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 id="2147483725" r:id="rId2"/>
  </p:sldMasterIdLst>
  <p:notesMasterIdLst>
    <p:notesMasterId r:id="rId39"/>
  </p:notesMasterIdLst>
  <p:sldIdLst>
    <p:sldId id="400" r:id="rId3"/>
    <p:sldId id="401" r:id="rId4"/>
    <p:sldId id="402" r:id="rId5"/>
    <p:sldId id="403" r:id="rId6"/>
    <p:sldId id="385" r:id="rId7"/>
    <p:sldId id="386" r:id="rId8"/>
    <p:sldId id="387" r:id="rId9"/>
    <p:sldId id="388" r:id="rId10"/>
    <p:sldId id="389" r:id="rId11"/>
    <p:sldId id="391" r:id="rId12"/>
    <p:sldId id="392" r:id="rId13"/>
    <p:sldId id="393" r:id="rId14"/>
    <p:sldId id="394" r:id="rId15"/>
    <p:sldId id="395" r:id="rId16"/>
    <p:sldId id="396" r:id="rId17"/>
    <p:sldId id="397" r:id="rId18"/>
    <p:sldId id="398" r:id="rId19"/>
    <p:sldId id="347" r:id="rId20"/>
    <p:sldId id="348" r:id="rId21"/>
    <p:sldId id="349" r:id="rId22"/>
    <p:sldId id="350" r:id="rId23"/>
    <p:sldId id="351" r:id="rId24"/>
    <p:sldId id="404" r:id="rId25"/>
    <p:sldId id="356" r:id="rId26"/>
    <p:sldId id="357" r:id="rId27"/>
    <p:sldId id="358" r:id="rId28"/>
    <p:sldId id="359" r:id="rId29"/>
    <p:sldId id="360" r:id="rId30"/>
    <p:sldId id="361" r:id="rId31"/>
    <p:sldId id="362" r:id="rId32"/>
    <p:sldId id="363" r:id="rId33"/>
    <p:sldId id="364" r:id="rId34"/>
    <p:sldId id="365" r:id="rId35"/>
    <p:sldId id="366" r:id="rId36"/>
    <p:sldId id="413" r:id="rId37"/>
    <p:sldId id="414"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8C7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54" autoAdjust="0"/>
    <p:restoredTop sz="81121" autoAdjust="0"/>
  </p:normalViewPr>
  <p:slideViewPr>
    <p:cSldViewPr snapToGrid="0">
      <p:cViewPr varScale="1">
        <p:scale>
          <a:sx n="70" d="100"/>
          <a:sy n="70" d="100"/>
        </p:scale>
        <p:origin x="208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80BCB8-4060-4F4B-BF3D-0F4A18BAE20F}" type="datetimeFigureOut">
              <a:rPr lang="en-AU" smtClean="0"/>
              <a:t>15/10/2024</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D1E29B-21C5-4616-8C91-16E7C6184830}" type="slidenum">
              <a:rPr lang="en-AU" smtClean="0"/>
              <a:t>‹#›</a:t>
            </a:fld>
            <a:endParaRPr lang="en-AU"/>
          </a:p>
        </p:txBody>
      </p:sp>
    </p:spTree>
    <p:extLst>
      <p:ext uri="{BB962C8B-B14F-4D97-AF65-F5344CB8AC3E}">
        <p14:creationId xmlns:p14="http://schemas.microsoft.com/office/powerpoint/2010/main" val="3235709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itchFamily="18" charset="0"/>
                <a:ea typeface="ＭＳ Ｐゴシック" pitchFamily="34" charset="-128"/>
              </a:defRPr>
            </a:lvl1pPr>
            <a:lvl2pPr marL="742950" indent="-285750" defTabSz="763588">
              <a:defRPr sz="2400">
                <a:solidFill>
                  <a:schemeClr val="tx1"/>
                </a:solidFill>
                <a:latin typeface="Times New Roman" pitchFamily="18" charset="0"/>
                <a:ea typeface="ＭＳ Ｐゴシック" pitchFamily="34" charset="-128"/>
              </a:defRPr>
            </a:lvl2pPr>
            <a:lvl3pPr marL="1143000" indent="-228600" defTabSz="763588">
              <a:defRPr sz="2400">
                <a:solidFill>
                  <a:schemeClr val="tx1"/>
                </a:solidFill>
                <a:latin typeface="Times New Roman" pitchFamily="18" charset="0"/>
                <a:ea typeface="ＭＳ Ｐゴシック" pitchFamily="34" charset="-128"/>
              </a:defRPr>
            </a:lvl3pPr>
            <a:lvl4pPr marL="1600200" indent="-228600" defTabSz="763588">
              <a:defRPr sz="2400">
                <a:solidFill>
                  <a:schemeClr val="tx1"/>
                </a:solidFill>
                <a:latin typeface="Times New Roman" pitchFamily="18" charset="0"/>
                <a:ea typeface="ＭＳ Ｐゴシック" pitchFamily="34" charset="-128"/>
              </a:defRPr>
            </a:lvl4pPr>
            <a:lvl5pPr marL="2057400" indent="-228600" defTabSz="763588">
              <a:defRPr sz="2400">
                <a:solidFill>
                  <a:schemeClr val="tx1"/>
                </a:solidFill>
                <a:latin typeface="Times New Roman" pitchFamily="18" charset="0"/>
                <a:ea typeface="ＭＳ Ｐゴシック" pitchFamily="34" charset="-128"/>
              </a:defRPr>
            </a:lvl5pPr>
            <a:lvl6pPr marL="2514600" indent="-228600" defTabSz="763588"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defTabSz="763588"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defTabSz="763588"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defTabSz="763588"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fld id="{84AF9759-2601-478B-96DA-46274CDF1EEB}" type="slidenum">
              <a:rPr lang="en-AU" sz="1000" smtClean="0">
                <a:solidFill>
                  <a:srgbClr val="000000"/>
                </a:solidFill>
              </a:rPr>
              <a:pPr/>
              <a:t>1</a:t>
            </a:fld>
            <a:endParaRPr lang="en-AU" sz="1000">
              <a:solidFill>
                <a:srgbClr val="000000"/>
              </a:solidFill>
            </a:endParaRPr>
          </a:p>
        </p:txBody>
      </p:sp>
      <p:sp>
        <p:nvSpPr>
          <p:cNvPr id="105475" name="Rectangle 2"/>
          <p:cNvSpPr>
            <a:spLocks noGrp="1" noRot="1" noChangeAspect="1" noChangeArrowheads="1" noTextEdit="1"/>
          </p:cNvSpPr>
          <p:nvPr>
            <p:ph type="sldImg"/>
          </p:nvPr>
        </p:nvSpPr>
        <p:spPr bwMode="auto">
          <a:xfrm>
            <a:off x="992188" y="768350"/>
            <a:ext cx="5114925" cy="38369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05476" name="Rectangle 3"/>
          <p:cNvSpPr>
            <a:spLocks noGrp="1" noChangeArrowheads="1"/>
          </p:cNvSpPr>
          <p:nvPr>
            <p:ph type="body" idx="1"/>
          </p:nvPr>
        </p:nvSpPr>
        <p:spPr bwMode="auto">
          <a:xfrm>
            <a:off x="709613" y="4862513"/>
            <a:ext cx="5680075" cy="46037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dirty="0"/>
          </a:p>
        </p:txBody>
      </p:sp>
    </p:spTree>
    <p:extLst>
      <p:ext uri="{BB962C8B-B14F-4D97-AF65-F5344CB8AC3E}">
        <p14:creationId xmlns:p14="http://schemas.microsoft.com/office/powerpoint/2010/main" val="525880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9D1E29B-21C5-4616-8C91-16E7C6184830}" type="slidenum">
              <a:rPr lang="en-AU" smtClean="0">
                <a:solidFill>
                  <a:prstClr val="black"/>
                </a:solidFill>
              </a:rPr>
              <a:pPr/>
              <a:t>2</a:t>
            </a:fld>
            <a:endParaRPr lang="en-AU">
              <a:solidFill>
                <a:prstClr val="black"/>
              </a:solidFill>
            </a:endParaRPr>
          </a:p>
        </p:txBody>
      </p:sp>
    </p:spTree>
    <p:extLst>
      <p:ext uri="{BB962C8B-B14F-4D97-AF65-F5344CB8AC3E}">
        <p14:creationId xmlns:p14="http://schemas.microsoft.com/office/powerpoint/2010/main" val="3317769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9D1E29B-21C5-4616-8C91-16E7C6184830}" type="slidenum">
              <a:rPr lang="en-AU" smtClean="0">
                <a:solidFill>
                  <a:prstClr val="black"/>
                </a:solidFill>
              </a:rPr>
              <a:pPr/>
              <a:t>3</a:t>
            </a:fld>
            <a:endParaRPr lang="en-AU">
              <a:solidFill>
                <a:prstClr val="black"/>
              </a:solidFill>
            </a:endParaRPr>
          </a:p>
        </p:txBody>
      </p:sp>
    </p:spTree>
    <p:extLst>
      <p:ext uri="{BB962C8B-B14F-4D97-AF65-F5344CB8AC3E}">
        <p14:creationId xmlns:p14="http://schemas.microsoft.com/office/powerpoint/2010/main" val="26986645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2188" y="768350"/>
            <a:ext cx="5114925" cy="3836988"/>
          </a:xfrm>
          <a:prstGeom prst="rect">
            <a:avLst/>
          </a:prstGeom>
          <a:noFill/>
          <a:ln w="12700">
            <a:solidFill>
              <a:prstClr val="black"/>
            </a:solidFill>
          </a:ln>
        </p:spPr>
      </p:sp>
      <p:sp>
        <p:nvSpPr>
          <p:cNvPr id="3" name="Notes Placeholder 2"/>
          <p:cNvSpPr>
            <a:spLocks noGrp="1"/>
          </p:cNvSpPr>
          <p:nvPr>
            <p:ph type="body" idx="1"/>
          </p:nvPr>
        </p:nvSpPr>
        <p:spPr>
          <a:xfrm>
            <a:off x="709613" y="4860925"/>
            <a:ext cx="5680075" cy="4605338"/>
          </a:xfrm>
          <a:prstGeom prst="rect">
            <a:avLst/>
          </a:prstGeom>
        </p:spPr>
        <p:txBody>
          <a:bodyPr/>
          <a:lstStyle/>
          <a:p>
            <a:endParaRPr lang="en-AU" dirty="0"/>
          </a:p>
        </p:txBody>
      </p:sp>
      <p:sp>
        <p:nvSpPr>
          <p:cNvPr id="4" name="Date Placeholder 3"/>
          <p:cNvSpPr>
            <a:spLocks noGrp="1"/>
          </p:cNvSpPr>
          <p:nvPr>
            <p:ph type="dt" idx="10"/>
          </p:nvPr>
        </p:nvSpPr>
        <p:spPr/>
        <p:txBody>
          <a:bodyPr/>
          <a:lstStyle/>
          <a:p>
            <a:pPr>
              <a:defRPr/>
            </a:pPr>
            <a:r>
              <a:rPr lang="de-DE">
                <a:solidFill>
                  <a:srgbClr val="000000"/>
                </a:solidFill>
              </a:rPr>
              <a:t>Lecture </a:t>
            </a:r>
            <a:r>
              <a:rPr lang="en-US">
                <a:solidFill>
                  <a:srgbClr val="000000"/>
                </a:solidFill>
              </a:rPr>
              <a:t>–</a:t>
            </a:r>
            <a:r>
              <a:rPr lang="de-DE">
                <a:solidFill>
                  <a:srgbClr val="000000"/>
                </a:solidFill>
              </a:rPr>
              <a:t> 20 July 2009</a:t>
            </a:r>
          </a:p>
        </p:txBody>
      </p:sp>
      <p:sp>
        <p:nvSpPr>
          <p:cNvPr id="5" name="Slide Number Placeholder 4"/>
          <p:cNvSpPr>
            <a:spLocks noGrp="1"/>
          </p:cNvSpPr>
          <p:nvPr>
            <p:ph type="sldNum" sz="quarter" idx="11"/>
          </p:nvPr>
        </p:nvSpPr>
        <p:spPr/>
        <p:txBody>
          <a:bodyPr/>
          <a:lstStyle/>
          <a:p>
            <a:pPr>
              <a:defRPr/>
            </a:pPr>
            <a:fld id="{11FF3F11-297F-49EA-B28F-783ACB7E31CA}" type="slidenum">
              <a:rPr lang="de-DE">
                <a:solidFill>
                  <a:srgbClr val="000000"/>
                </a:solidFill>
              </a:rPr>
              <a:pPr>
                <a:defRPr/>
              </a:pPr>
              <a:t>4</a:t>
            </a:fld>
            <a:endParaRPr lang="de-DE">
              <a:solidFill>
                <a:srgbClr val="000000"/>
              </a:solidFill>
            </a:endParaRPr>
          </a:p>
        </p:txBody>
      </p:sp>
      <p:sp>
        <p:nvSpPr>
          <p:cNvPr id="6" name="Footer Placeholder 5"/>
          <p:cNvSpPr>
            <a:spLocks noGrp="1"/>
          </p:cNvSpPr>
          <p:nvPr>
            <p:ph type="ftr" sz="quarter" idx="12"/>
          </p:nvPr>
        </p:nvSpPr>
        <p:spPr/>
        <p:txBody>
          <a:bodyPr/>
          <a:lstStyle/>
          <a:p>
            <a:pPr>
              <a:defRPr/>
            </a:pPr>
            <a:r>
              <a:rPr lang="de-DE">
                <a:solidFill>
                  <a:srgbClr val="000000"/>
                </a:solidFill>
              </a:rPr>
              <a:t>QUT Brisbane, Dr. Michael Rosemann</a:t>
            </a:r>
          </a:p>
        </p:txBody>
      </p:sp>
      <p:sp>
        <p:nvSpPr>
          <p:cNvPr id="7" name="Header Placeholder 6"/>
          <p:cNvSpPr>
            <a:spLocks noGrp="1"/>
          </p:cNvSpPr>
          <p:nvPr>
            <p:ph type="hdr" sz="quarter" idx="13"/>
          </p:nvPr>
        </p:nvSpPr>
        <p:spPr/>
        <p:txBody>
          <a:bodyPr/>
          <a:lstStyle/>
          <a:p>
            <a:pPr>
              <a:defRPr/>
            </a:pPr>
            <a:r>
              <a:rPr lang="de-DE">
                <a:solidFill>
                  <a:srgbClr val="000000"/>
                </a:solidFill>
              </a:rPr>
              <a:t>INB/INN320 </a:t>
            </a:r>
            <a:r>
              <a:rPr lang="en-US">
                <a:solidFill>
                  <a:srgbClr val="000000"/>
                </a:solidFill>
              </a:rPr>
              <a:t>–</a:t>
            </a:r>
            <a:r>
              <a:rPr lang="de-DE">
                <a:solidFill>
                  <a:srgbClr val="000000"/>
                </a:solidFill>
              </a:rPr>
              <a:t> Business Process Modelling</a:t>
            </a:r>
          </a:p>
        </p:txBody>
      </p:sp>
    </p:spTree>
    <p:extLst>
      <p:ext uri="{BB962C8B-B14F-4D97-AF65-F5344CB8AC3E}">
        <p14:creationId xmlns:p14="http://schemas.microsoft.com/office/powerpoint/2010/main" val="25412539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9D1E29B-21C5-4616-8C91-16E7C6184830}" type="slidenum">
              <a:rPr lang="en-AU" smtClean="0">
                <a:solidFill>
                  <a:prstClr val="black"/>
                </a:solidFill>
              </a:rPr>
              <a:pPr/>
              <a:t>5</a:t>
            </a:fld>
            <a:endParaRPr lang="en-AU">
              <a:solidFill>
                <a:prstClr val="black"/>
              </a:solidFill>
            </a:endParaRPr>
          </a:p>
        </p:txBody>
      </p:sp>
    </p:spTree>
    <p:extLst>
      <p:ext uri="{BB962C8B-B14F-4D97-AF65-F5344CB8AC3E}">
        <p14:creationId xmlns:p14="http://schemas.microsoft.com/office/powerpoint/2010/main" val="1797383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pPr>
              <a:defRPr/>
            </a:pPr>
            <a:fld id="{0B0B94EE-D0D4-4DF5-B4FB-CD07EC2B9014}" type="slidenum">
              <a:rPr lang="en-US" smtClean="0">
                <a:solidFill>
                  <a:srgbClr val="000000"/>
                </a:solidFill>
              </a:rPr>
              <a:pPr>
                <a:defRPr/>
              </a:pPr>
              <a:t>6</a:t>
            </a:fld>
            <a:endParaRPr lang="en-US">
              <a:solidFill>
                <a:srgbClr val="000000"/>
              </a:solidFill>
            </a:endParaRPr>
          </a:p>
        </p:txBody>
      </p:sp>
    </p:spTree>
    <p:extLst>
      <p:ext uri="{BB962C8B-B14F-4D97-AF65-F5344CB8AC3E}">
        <p14:creationId xmlns:p14="http://schemas.microsoft.com/office/powerpoint/2010/main" val="36475512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pPr>
              <a:defRPr/>
            </a:pPr>
            <a:fld id="{0B0B94EE-D0D4-4DF5-B4FB-CD07EC2B9014}" type="slidenum">
              <a:rPr lang="en-US" smtClean="0">
                <a:solidFill>
                  <a:srgbClr val="000000"/>
                </a:solidFill>
              </a:rPr>
              <a:pPr>
                <a:defRPr/>
              </a:pPr>
              <a:t>7</a:t>
            </a:fld>
            <a:endParaRPr lang="en-US">
              <a:solidFill>
                <a:srgbClr val="000000"/>
              </a:solidFill>
            </a:endParaRPr>
          </a:p>
        </p:txBody>
      </p:sp>
    </p:spTree>
    <p:extLst>
      <p:ext uri="{BB962C8B-B14F-4D97-AF65-F5344CB8AC3E}">
        <p14:creationId xmlns:p14="http://schemas.microsoft.com/office/powerpoint/2010/main" val="4800904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pPr>
              <a:defRPr/>
            </a:pPr>
            <a:fld id="{0B0B94EE-D0D4-4DF5-B4FB-CD07EC2B9014}" type="slidenum">
              <a:rPr lang="en-US" smtClean="0">
                <a:solidFill>
                  <a:srgbClr val="000000"/>
                </a:solidFill>
              </a:rPr>
              <a:pPr>
                <a:defRPr/>
              </a:pPr>
              <a:t>8</a:t>
            </a:fld>
            <a:endParaRPr lang="en-US">
              <a:solidFill>
                <a:srgbClr val="000000"/>
              </a:solidFill>
            </a:endParaRPr>
          </a:p>
        </p:txBody>
      </p:sp>
    </p:spTree>
    <p:extLst>
      <p:ext uri="{BB962C8B-B14F-4D97-AF65-F5344CB8AC3E}">
        <p14:creationId xmlns:p14="http://schemas.microsoft.com/office/powerpoint/2010/main" val="36121058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pPr>
              <a:defRPr/>
            </a:pPr>
            <a:fld id="{0B0B94EE-D0D4-4DF5-B4FB-CD07EC2B9014}" type="slidenum">
              <a:rPr lang="en-US" smtClean="0">
                <a:solidFill>
                  <a:srgbClr val="000000"/>
                </a:solidFill>
              </a:rPr>
              <a:pPr>
                <a:defRPr/>
              </a:pPr>
              <a:t>9</a:t>
            </a:fld>
            <a:endParaRPr lang="en-US">
              <a:solidFill>
                <a:srgbClr val="000000"/>
              </a:solidFill>
            </a:endParaRPr>
          </a:p>
        </p:txBody>
      </p:sp>
    </p:spTree>
    <p:extLst>
      <p:ext uri="{BB962C8B-B14F-4D97-AF65-F5344CB8AC3E}">
        <p14:creationId xmlns:p14="http://schemas.microsoft.com/office/powerpoint/2010/main" val="36276841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pPr>
              <a:defRPr/>
            </a:pPr>
            <a:fld id="{0B0B94EE-D0D4-4DF5-B4FB-CD07EC2B9014}" type="slidenum">
              <a:rPr lang="en-US" smtClean="0">
                <a:solidFill>
                  <a:srgbClr val="000000"/>
                </a:solidFill>
              </a:rPr>
              <a:pPr>
                <a:defRPr/>
              </a:pPr>
              <a:t>10</a:t>
            </a:fld>
            <a:endParaRPr lang="en-US">
              <a:solidFill>
                <a:srgbClr val="000000"/>
              </a:solidFill>
            </a:endParaRPr>
          </a:p>
        </p:txBody>
      </p:sp>
    </p:spTree>
    <p:extLst>
      <p:ext uri="{BB962C8B-B14F-4D97-AF65-F5344CB8AC3E}">
        <p14:creationId xmlns:p14="http://schemas.microsoft.com/office/powerpoint/2010/main" val="15561335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pPr>
              <a:defRPr/>
            </a:pPr>
            <a:fld id="{0B0B94EE-D0D4-4DF5-B4FB-CD07EC2B9014}" type="slidenum">
              <a:rPr lang="en-US" smtClean="0">
                <a:solidFill>
                  <a:srgbClr val="000000"/>
                </a:solidFill>
              </a:rPr>
              <a:pPr>
                <a:defRPr/>
              </a:pPr>
              <a:t>11</a:t>
            </a:fld>
            <a:endParaRPr lang="en-US">
              <a:solidFill>
                <a:srgbClr val="000000"/>
              </a:solidFill>
            </a:endParaRPr>
          </a:p>
        </p:txBody>
      </p:sp>
    </p:spTree>
    <p:extLst>
      <p:ext uri="{BB962C8B-B14F-4D97-AF65-F5344CB8AC3E}">
        <p14:creationId xmlns:p14="http://schemas.microsoft.com/office/powerpoint/2010/main" val="15474628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pPr>
              <a:defRPr/>
            </a:pPr>
            <a:fld id="{0B0B94EE-D0D4-4DF5-B4FB-CD07EC2B9014}" type="slidenum">
              <a:rPr lang="en-US" smtClean="0">
                <a:solidFill>
                  <a:srgbClr val="000000"/>
                </a:solidFill>
              </a:rPr>
              <a:pPr>
                <a:defRPr/>
              </a:pPr>
              <a:t>12</a:t>
            </a:fld>
            <a:endParaRPr lang="en-US">
              <a:solidFill>
                <a:srgbClr val="000000"/>
              </a:solidFill>
            </a:endParaRPr>
          </a:p>
        </p:txBody>
      </p:sp>
    </p:spTree>
    <p:extLst>
      <p:ext uri="{BB962C8B-B14F-4D97-AF65-F5344CB8AC3E}">
        <p14:creationId xmlns:p14="http://schemas.microsoft.com/office/powerpoint/2010/main" val="31753442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p:cNvSpPr>
          <p:nvPr>
            <p:ph type="sldImg"/>
          </p:nvPr>
        </p:nvSpPr>
        <p:spPr bwMode="auto">
          <a:xfrm>
            <a:off x="990600" y="768350"/>
            <a:ext cx="5118100" cy="38385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02403" name="Notes Placeholder 2"/>
          <p:cNvSpPr>
            <a:spLocks noGrp="1"/>
          </p:cNvSpPr>
          <p:nvPr>
            <p:ph type="body" idx="1"/>
          </p:nvPr>
        </p:nvSpPr>
        <p:spPr bwMode="auto">
          <a:xfrm>
            <a:off x="709613" y="4862513"/>
            <a:ext cx="5680075" cy="46037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dirty="0">
              <a:latin typeface="Times New Roman" pitchFamily="18" charset="0"/>
              <a:ea typeface="ＭＳ Ｐゴシック" pitchFamily="34" charset="-128"/>
            </a:endParaRPr>
          </a:p>
        </p:txBody>
      </p:sp>
      <p:sp>
        <p:nvSpPr>
          <p:cNvPr id="1024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itchFamily="18" charset="0"/>
                <a:ea typeface="ＭＳ Ｐゴシック" pitchFamily="34" charset="-128"/>
              </a:defRPr>
            </a:lvl1pPr>
            <a:lvl2pPr marL="742950" indent="-285750" defTabSz="763588">
              <a:defRPr sz="2400">
                <a:solidFill>
                  <a:schemeClr val="tx1"/>
                </a:solidFill>
                <a:latin typeface="Times New Roman" pitchFamily="18" charset="0"/>
                <a:ea typeface="ＭＳ Ｐゴシック" pitchFamily="34" charset="-128"/>
              </a:defRPr>
            </a:lvl2pPr>
            <a:lvl3pPr marL="1143000" indent="-228600" defTabSz="763588">
              <a:defRPr sz="2400">
                <a:solidFill>
                  <a:schemeClr val="tx1"/>
                </a:solidFill>
                <a:latin typeface="Times New Roman" pitchFamily="18" charset="0"/>
                <a:ea typeface="ＭＳ Ｐゴシック" pitchFamily="34" charset="-128"/>
              </a:defRPr>
            </a:lvl3pPr>
            <a:lvl4pPr marL="1600200" indent="-228600" defTabSz="763588">
              <a:defRPr sz="2400">
                <a:solidFill>
                  <a:schemeClr val="tx1"/>
                </a:solidFill>
                <a:latin typeface="Times New Roman" pitchFamily="18" charset="0"/>
                <a:ea typeface="ＭＳ Ｐゴシック" pitchFamily="34" charset="-128"/>
              </a:defRPr>
            </a:lvl4pPr>
            <a:lvl5pPr marL="2057400" indent="-228600" defTabSz="763588">
              <a:defRPr sz="2400">
                <a:solidFill>
                  <a:schemeClr val="tx1"/>
                </a:solidFill>
                <a:latin typeface="Times New Roman" pitchFamily="18" charset="0"/>
                <a:ea typeface="ＭＳ Ｐゴシック" pitchFamily="34" charset="-128"/>
              </a:defRPr>
            </a:lvl5pPr>
            <a:lvl6pPr marL="2514600" indent="-228600" defTabSz="763588"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defTabSz="763588"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defTabSz="763588"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defTabSz="763588"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fld id="{28E3B96A-CAC7-4B9C-B8C9-4BD3D57599CE}" type="slidenum">
              <a:rPr lang="en-US" sz="1000" smtClean="0">
                <a:solidFill>
                  <a:srgbClr val="000000"/>
                </a:solidFill>
              </a:rPr>
              <a:pPr/>
              <a:t>13</a:t>
            </a:fld>
            <a:endParaRPr lang="en-US" sz="1000">
              <a:solidFill>
                <a:srgbClr val="000000"/>
              </a:solidFill>
            </a:endParaRPr>
          </a:p>
        </p:txBody>
      </p:sp>
    </p:spTree>
    <p:extLst>
      <p:ext uri="{BB962C8B-B14F-4D97-AF65-F5344CB8AC3E}">
        <p14:creationId xmlns:p14="http://schemas.microsoft.com/office/powerpoint/2010/main" val="36603862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itchFamily="18" charset="0"/>
                <a:ea typeface="ＭＳ Ｐゴシック" pitchFamily="34" charset="-128"/>
              </a:defRPr>
            </a:lvl1pPr>
            <a:lvl2pPr marL="742950" indent="-285750" defTabSz="763588">
              <a:defRPr sz="2400">
                <a:solidFill>
                  <a:schemeClr val="tx1"/>
                </a:solidFill>
                <a:latin typeface="Times New Roman" pitchFamily="18" charset="0"/>
                <a:ea typeface="ＭＳ Ｐゴシック" pitchFamily="34" charset="-128"/>
              </a:defRPr>
            </a:lvl2pPr>
            <a:lvl3pPr marL="1143000" indent="-228600" defTabSz="763588">
              <a:defRPr sz="2400">
                <a:solidFill>
                  <a:schemeClr val="tx1"/>
                </a:solidFill>
                <a:latin typeface="Times New Roman" pitchFamily="18" charset="0"/>
                <a:ea typeface="ＭＳ Ｐゴシック" pitchFamily="34" charset="-128"/>
              </a:defRPr>
            </a:lvl3pPr>
            <a:lvl4pPr marL="1600200" indent="-228600" defTabSz="763588">
              <a:defRPr sz="2400">
                <a:solidFill>
                  <a:schemeClr val="tx1"/>
                </a:solidFill>
                <a:latin typeface="Times New Roman" pitchFamily="18" charset="0"/>
                <a:ea typeface="ＭＳ Ｐゴシック" pitchFamily="34" charset="-128"/>
              </a:defRPr>
            </a:lvl4pPr>
            <a:lvl5pPr marL="2057400" indent="-228600" defTabSz="763588">
              <a:defRPr sz="2400">
                <a:solidFill>
                  <a:schemeClr val="tx1"/>
                </a:solidFill>
                <a:latin typeface="Times New Roman" pitchFamily="18" charset="0"/>
                <a:ea typeface="ＭＳ Ｐゴシック" pitchFamily="34" charset="-128"/>
              </a:defRPr>
            </a:lvl5pPr>
            <a:lvl6pPr marL="2514600" indent="-228600" defTabSz="763588"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defTabSz="763588"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defTabSz="763588"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defTabSz="763588"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fld id="{73E2590C-4253-470E-A77E-4D13003DE87A}" type="slidenum">
              <a:rPr lang="en-US" sz="1000" smtClean="0">
                <a:solidFill>
                  <a:srgbClr val="000000"/>
                </a:solidFill>
              </a:rPr>
              <a:pPr/>
              <a:t>14</a:t>
            </a:fld>
            <a:endParaRPr lang="en-US" sz="1000">
              <a:solidFill>
                <a:srgbClr val="000000"/>
              </a:solidFill>
            </a:endParaRPr>
          </a:p>
        </p:txBody>
      </p:sp>
      <p:sp>
        <p:nvSpPr>
          <p:cNvPr id="103427" name="Rectangle 2"/>
          <p:cNvSpPr>
            <a:spLocks noGrp="1" noRot="1" noChangeAspect="1" noChangeArrowheads="1" noTextEdit="1"/>
          </p:cNvSpPr>
          <p:nvPr>
            <p:ph type="sldImg"/>
          </p:nvPr>
        </p:nvSpPr>
        <p:spPr bwMode="auto">
          <a:xfrm>
            <a:off x="990600" y="768350"/>
            <a:ext cx="5118100" cy="38385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03428" name="Rectangle 3"/>
          <p:cNvSpPr>
            <a:spLocks noGrp="1" noChangeArrowheads="1"/>
          </p:cNvSpPr>
          <p:nvPr>
            <p:ph type="body" idx="1"/>
          </p:nvPr>
        </p:nvSpPr>
        <p:spPr bwMode="auto">
          <a:xfrm>
            <a:off x="239713" y="6534150"/>
            <a:ext cx="6386512" cy="29321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dirty="0"/>
          </a:p>
        </p:txBody>
      </p:sp>
    </p:spTree>
    <p:extLst>
      <p:ext uri="{BB962C8B-B14F-4D97-AF65-F5344CB8AC3E}">
        <p14:creationId xmlns:p14="http://schemas.microsoft.com/office/powerpoint/2010/main" val="18988616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9D1E29B-21C5-4616-8C91-16E7C6184830}" type="slidenum">
              <a:rPr lang="en-AU" smtClean="0">
                <a:solidFill>
                  <a:prstClr val="black"/>
                </a:solidFill>
              </a:rPr>
              <a:pPr/>
              <a:t>15</a:t>
            </a:fld>
            <a:endParaRPr lang="en-AU">
              <a:solidFill>
                <a:prstClr val="black"/>
              </a:solidFill>
            </a:endParaRPr>
          </a:p>
        </p:txBody>
      </p:sp>
    </p:spTree>
    <p:extLst>
      <p:ext uri="{BB962C8B-B14F-4D97-AF65-F5344CB8AC3E}">
        <p14:creationId xmlns:p14="http://schemas.microsoft.com/office/powerpoint/2010/main" val="32002756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itchFamily="18" charset="0"/>
                <a:ea typeface="ＭＳ Ｐゴシック" pitchFamily="34" charset="-128"/>
              </a:defRPr>
            </a:lvl1pPr>
            <a:lvl2pPr marL="742950" indent="-285750" defTabSz="763588">
              <a:defRPr sz="2400">
                <a:solidFill>
                  <a:schemeClr val="tx1"/>
                </a:solidFill>
                <a:latin typeface="Times New Roman" pitchFamily="18" charset="0"/>
                <a:ea typeface="ＭＳ Ｐゴシック" pitchFamily="34" charset="-128"/>
              </a:defRPr>
            </a:lvl2pPr>
            <a:lvl3pPr marL="1143000" indent="-228600" defTabSz="763588">
              <a:defRPr sz="2400">
                <a:solidFill>
                  <a:schemeClr val="tx1"/>
                </a:solidFill>
                <a:latin typeface="Times New Roman" pitchFamily="18" charset="0"/>
                <a:ea typeface="ＭＳ Ｐゴシック" pitchFamily="34" charset="-128"/>
              </a:defRPr>
            </a:lvl3pPr>
            <a:lvl4pPr marL="1600200" indent="-228600" defTabSz="763588">
              <a:defRPr sz="2400">
                <a:solidFill>
                  <a:schemeClr val="tx1"/>
                </a:solidFill>
                <a:latin typeface="Times New Roman" pitchFamily="18" charset="0"/>
                <a:ea typeface="ＭＳ Ｐゴシック" pitchFamily="34" charset="-128"/>
              </a:defRPr>
            </a:lvl4pPr>
            <a:lvl5pPr marL="2057400" indent="-228600" defTabSz="763588">
              <a:defRPr sz="2400">
                <a:solidFill>
                  <a:schemeClr val="tx1"/>
                </a:solidFill>
                <a:latin typeface="Times New Roman" pitchFamily="18" charset="0"/>
                <a:ea typeface="ＭＳ Ｐゴシック" pitchFamily="34" charset="-128"/>
              </a:defRPr>
            </a:lvl5pPr>
            <a:lvl6pPr marL="2514600" indent="-228600" defTabSz="763588"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defTabSz="763588"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defTabSz="763588"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defTabSz="763588"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fld id="{0BF2D818-93AA-4A95-9E74-2317A138BA38}" type="slidenum">
              <a:rPr lang="en-US" sz="1000" smtClean="0">
                <a:solidFill>
                  <a:srgbClr val="000000"/>
                </a:solidFill>
              </a:rPr>
              <a:pPr/>
              <a:t>16</a:t>
            </a:fld>
            <a:endParaRPr lang="en-US" sz="1000">
              <a:solidFill>
                <a:srgbClr val="000000"/>
              </a:solidFill>
            </a:endParaRPr>
          </a:p>
        </p:txBody>
      </p:sp>
      <p:sp>
        <p:nvSpPr>
          <p:cNvPr id="104451" name="Rectangle 2"/>
          <p:cNvSpPr>
            <a:spLocks noGrp="1" noRot="1" noChangeAspect="1" noChangeArrowheads="1" noTextEdit="1"/>
          </p:cNvSpPr>
          <p:nvPr>
            <p:ph type="sldImg"/>
          </p:nvPr>
        </p:nvSpPr>
        <p:spPr bwMode="auto">
          <a:xfrm>
            <a:off x="1003300" y="774700"/>
            <a:ext cx="5100638" cy="38242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104452" name="Rectangle 3"/>
          <p:cNvSpPr>
            <a:spLocks noGrp="1" noChangeArrowheads="1"/>
          </p:cNvSpPr>
          <p:nvPr>
            <p:ph type="body" idx="1"/>
          </p:nvPr>
        </p:nvSpPr>
        <p:spPr bwMode="auto">
          <a:xfrm>
            <a:off x="946150" y="4867275"/>
            <a:ext cx="5208588" cy="46005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817" tIns="45407" rIns="90817" bIns="45407"/>
          <a:lstStyle/>
          <a:p>
            <a:pPr defTabSz="871538">
              <a:spcBef>
                <a:spcPct val="0"/>
              </a:spcBef>
            </a:pPr>
            <a:endParaRPr lang="en-US" dirty="0"/>
          </a:p>
        </p:txBody>
      </p:sp>
    </p:spTree>
    <p:extLst>
      <p:ext uri="{BB962C8B-B14F-4D97-AF65-F5344CB8AC3E}">
        <p14:creationId xmlns:p14="http://schemas.microsoft.com/office/powerpoint/2010/main" val="34894729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2188" y="768350"/>
            <a:ext cx="5114925" cy="3836988"/>
          </a:xfrm>
          <a:prstGeom prst="rect">
            <a:avLst/>
          </a:prstGeom>
          <a:noFill/>
          <a:ln w="12700">
            <a:solidFill>
              <a:prstClr val="black"/>
            </a:solidFill>
          </a:ln>
        </p:spPr>
      </p:sp>
      <p:sp>
        <p:nvSpPr>
          <p:cNvPr id="3" name="Notes Placeholder 2"/>
          <p:cNvSpPr>
            <a:spLocks noGrp="1"/>
          </p:cNvSpPr>
          <p:nvPr>
            <p:ph type="body" idx="1"/>
          </p:nvPr>
        </p:nvSpPr>
        <p:spPr>
          <a:xfrm>
            <a:off x="709613" y="4860925"/>
            <a:ext cx="5680075" cy="4605338"/>
          </a:xfrm>
          <a:prstGeom prst="rect">
            <a:avLst/>
          </a:prstGeom>
        </p:spPr>
        <p:txBody>
          <a:bodyPr/>
          <a:lstStyle/>
          <a:p>
            <a:endParaRPr lang="en-AU" dirty="0"/>
          </a:p>
        </p:txBody>
      </p:sp>
      <p:sp>
        <p:nvSpPr>
          <p:cNvPr id="4" name="Date Placeholder 3"/>
          <p:cNvSpPr>
            <a:spLocks noGrp="1"/>
          </p:cNvSpPr>
          <p:nvPr>
            <p:ph type="dt" idx="10"/>
          </p:nvPr>
        </p:nvSpPr>
        <p:spPr/>
        <p:txBody>
          <a:bodyPr/>
          <a:lstStyle/>
          <a:p>
            <a:pPr>
              <a:defRPr/>
            </a:pPr>
            <a:r>
              <a:rPr lang="de-DE">
                <a:solidFill>
                  <a:prstClr val="black"/>
                </a:solidFill>
              </a:rPr>
              <a:t>Lecture </a:t>
            </a:r>
            <a:r>
              <a:rPr lang="en-US">
                <a:solidFill>
                  <a:prstClr val="black"/>
                </a:solidFill>
              </a:rPr>
              <a:t>–</a:t>
            </a:r>
            <a:r>
              <a:rPr lang="de-DE">
                <a:solidFill>
                  <a:prstClr val="black"/>
                </a:solidFill>
              </a:rPr>
              <a:t> 20 July 2009</a:t>
            </a:r>
          </a:p>
        </p:txBody>
      </p:sp>
      <p:sp>
        <p:nvSpPr>
          <p:cNvPr id="5" name="Slide Number Placeholder 4"/>
          <p:cNvSpPr>
            <a:spLocks noGrp="1"/>
          </p:cNvSpPr>
          <p:nvPr>
            <p:ph type="sldNum" sz="quarter" idx="11"/>
          </p:nvPr>
        </p:nvSpPr>
        <p:spPr/>
        <p:txBody>
          <a:bodyPr/>
          <a:lstStyle/>
          <a:p>
            <a:pPr>
              <a:defRPr/>
            </a:pPr>
            <a:fld id="{11FF3F11-297F-49EA-B28F-783ACB7E31CA}" type="slidenum">
              <a:rPr lang="de-DE" smtClean="0">
                <a:solidFill>
                  <a:prstClr val="black"/>
                </a:solidFill>
              </a:rPr>
              <a:pPr>
                <a:defRPr/>
              </a:pPr>
              <a:t>17</a:t>
            </a:fld>
            <a:endParaRPr lang="de-DE">
              <a:solidFill>
                <a:prstClr val="black"/>
              </a:solidFill>
            </a:endParaRPr>
          </a:p>
        </p:txBody>
      </p:sp>
      <p:sp>
        <p:nvSpPr>
          <p:cNvPr id="6" name="Footer Placeholder 5"/>
          <p:cNvSpPr>
            <a:spLocks noGrp="1"/>
          </p:cNvSpPr>
          <p:nvPr>
            <p:ph type="ftr" sz="quarter" idx="12"/>
          </p:nvPr>
        </p:nvSpPr>
        <p:spPr/>
        <p:txBody>
          <a:bodyPr/>
          <a:lstStyle/>
          <a:p>
            <a:pPr>
              <a:defRPr/>
            </a:pPr>
            <a:r>
              <a:rPr lang="de-DE">
                <a:solidFill>
                  <a:prstClr val="black"/>
                </a:solidFill>
              </a:rPr>
              <a:t>QUT Brisbane, Dr. Michael Rosemann</a:t>
            </a:r>
          </a:p>
        </p:txBody>
      </p:sp>
      <p:sp>
        <p:nvSpPr>
          <p:cNvPr id="7" name="Header Placeholder 6"/>
          <p:cNvSpPr>
            <a:spLocks noGrp="1"/>
          </p:cNvSpPr>
          <p:nvPr>
            <p:ph type="hdr" sz="quarter" idx="13"/>
          </p:nvPr>
        </p:nvSpPr>
        <p:spPr/>
        <p:txBody>
          <a:bodyPr/>
          <a:lstStyle/>
          <a:p>
            <a:pPr>
              <a:defRPr/>
            </a:pPr>
            <a:r>
              <a:rPr lang="de-DE">
                <a:solidFill>
                  <a:prstClr val="black"/>
                </a:solidFill>
              </a:rPr>
              <a:t>INB/INN320 </a:t>
            </a:r>
            <a:r>
              <a:rPr lang="en-US">
                <a:solidFill>
                  <a:prstClr val="black"/>
                </a:solidFill>
              </a:rPr>
              <a:t>–</a:t>
            </a:r>
            <a:r>
              <a:rPr lang="de-DE">
                <a:solidFill>
                  <a:prstClr val="black"/>
                </a:solidFill>
              </a:rPr>
              <a:t> Business Process Modelling</a:t>
            </a:r>
          </a:p>
        </p:txBody>
      </p:sp>
    </p:spTree>
    <p:extLst>
      <p:ext uri="{BB962C8B-B14F-4D97-AF65-F5344CB8AC3E}">
        <p14:creationId xmlns:p14="http://schemas.microsoft.com/office/powerpoint/2010/main" val="14151965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2188" y="768350"/>
            <a:ext cx="5114925" cy="3836988"/>
          </a:xfrm>
          <a:prstGeom prst="rect">
            <a:avLst/>
          </a:prstGeom>
          <a:noFill/>
          <a:ln w="12700">
            <a:solidFill>
              <a:prstClr val="black"/>
            </a:solidFill>
          </a:ln>
        </p:spPr>
      </p:sp>
      <p:sp>
        <p:nvSpPr>
          <p:cNvPr id="3" name="Notes Placeholder 2"/>
          <p:cNvSpPr>
            <a:spLocks noGrp="1"/>
          </p:cNvSpPr>
          <p:nvPr>
            <p:ph type="body" idx="1"/>
          </p:nvPr>
        </p:nvSpPr>
        <p:spPr>
          <a:xfrm>
            <a:off x="709613" y="4860925"/>
            <a:ext cx="5680075" cy="4605338"/>
          </a:xfrm>
          <a:prstGeom prst="rect">
            <a:avLst/>
          </a:prstGeom>
        </p:spPr>
        <p:txBody>
          <a:bodyPr/>
          <a:lstStyle/>
          <a:p>
            <a:endParaRPr lang="en-AU" dirty="0"/>
          </a:p>
        </p:txBody>
      </p:sp>
      <p:sp>
        <p:nvSpPr>
          <p:cNvPr id="4" name="Date Placeholder 3"/>
          <p:cNvSpPr>
            <a:spLocks noGrp="1"/>
          </p:cNvSpPr>
          <p:nvPr>
            <p:ph type="dt" idx="10"/>
          </p:nvPr>
        </p:nvSpPr>
        <p:spPr/>
        <p:txBody>
          <a:bodyPr/>
          <a:lstStyle/>
          <a:p>
            <a:pPr>
              <a:defRPr/>
            </a:pPr>
            <a:r>
              <a:rPr lang="de-DE">
                <a:solidFill>
                  <a:srgbClr val="000000"/>
                </a:solidFill>
              </a:rPr>
              <a:t>Lecture </a:t>
            </a:r>
            <a:r>
              <a:rPr lang="en-US">
                <a:solidFill>
                  <a:srgbClr val="000000"/>
                </a:solidFill>
              </a:rPr>
              <a:t>–</a:t>
            </a:r>
            <a:r>
              <a:rPr lang="de-DE">
                <a:solidFill>
                  <a:srgbClr val="000000"/>
                </a:solidFill>
              </a:rPr>
              <a:t> 20 July 2009</a:t>
            </a:r>
          </a:p>
        </p:txBody>
      </p:sp>
      <p:sp>
        <p:nvSpPr>
          <p:cNvPr id="5" name="Slide Number Placeholder 4"/>
          <p:cNvSpPr>
            <a:spLocks noGrp="1"/>
          </p:cNvSpPr>
          <p:nvPr>
            <p:ph type="sldNum" sz="quarter" idx="11"/>
          </p:nvPr>
        </p:nvSpPr>
        <p:spPr/>
        <p:txBody>
          <a:bodyPr/>
          <a:lstStyle/>
          <a:p>
            <a:pPr>
              <a:defRPr/>
            </a:pPr>
            <a:fld id="{11FF3F11-297F-49EA-B28F-783ACB7E31CA}" type="slidenum">
              <a:rPr lang="de-DE">
                <a:solidFill>
                  <a:srgbClr val="000000"/>
                </a:solidFill>
              </a:rPr>
              <a:pPr>
                <a:defRPr/>
              </a:pPr>
              <a:t>18</a:t>
            </a:fld>
            <a:endParaRPr lang="de-DE">
              <a:solidFill>
                <a:srgbClr val="000000"/>
              </a:solidFill>
            </a:endParaRPr>
          </a:p>
        </p:txBody>
      </p:sp>
      <p:sp>
        <p:nvSpPr>
          <p:cNvPr id="6" name="Footer Placeholder 5"/>
          <p:cNvSpPr>
            <a:spLocks noGrp="1"/>
          </p:cNvSpPr>
          <p:nvPr>
            <p:ph type="ftr" sz="quarter" idx="12"/>
          </p:nvPr>
        </p:nvSpPr>
        <p:spPr/>
        <p:txBody>
          <a:bodyPr/>
          <a:lstStyle/>
          <a:p>
            <a:pPr>
              <a:defRPr/>
            </a:pPr>
            <a:r>
              <a:rPr lang="de-DE">
                <a:solidFill>
                  <a:srgbClr val="000000"/>
                </a:solidFill>
              </a:rPr>
              <a:t>QUT Brisbane, Dr. Michael Rosemann</a:t>
            </a:r>
          </a:p>
        </p:txBody>
      </p:sp>
      <p:sp>
        <p:nvSpPr>
          <p:cNvPr id="7" name="Header Placeholder 6"/>
          <p:cNvSpPr>
            <a:spLocks noGrp="1"/>
          </p:cNvSpPr>
          <p:nvPr>
            <p:ph type="hdr" sz="quarter" idx="13"/>
          </p:nvPr>
        </p:nvSpPr>
        <p:spPr/>
        <p:txBody>
          <a:bodyPr/>
          <a:lstStyle/>
          <a:p>
            <a:pPr>
              <a:defRPr/>
            </a:pPr>
            <a:r>
              <a:rPr lang="de-DE">
                <a:solidFill>
                  <a:srgbClr val="000000"/>
                </a:solidFill>
              </a:rPr>
              <a:t>INB/INN320 </a:t>
            </a:r>
            <a:r>
              <a:rPr lang="en-US">
                <a:solidFill>
                  <a:srgbClr val="000000"/>
                </a:solidFill>
              </a:rPr>
              <a:t>–</a:t>
            </a:r>
            <a:r>
              <a:rPr lang="de-DE">
                <a:solidFill>
                  <a:srgbClr val="000000"/>
                </a:solidFill>
              </a:rPr>
              <a:t> Business Process Modelling</a:t>
            </a:r>
          </a:p>
        </p:txBody>
      </p:sp>
    </p:spTree>
    <p:extLst>
      <p:ext uri="{BB962C8B-B14F-4D97-AF65-F5344CB8AC3E}">
        <p14:creationId xmlns:p14="http://schemas.microsoft.com/office/powerpoint/2010/main" val="8232010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itchFamily="18" charset="0"/>
                <a:ea typeface="ＭＳ Ｐゴシック" pitchFamily="34" charset="-128"/>
              </a:defRPr>
            </a:lvl1pPr>
            <a:lvl2pPr marL="742950" indent="-285750" defTabSz="763588">
              <a:defRPr sz="2400">
                <a:solidFill>
                  <a:schemeClr val="tx1"/>
                </a:solidFill>
                <a:latin typeface="Times New Roman" pitchFamily="18" charset="0"/>
                <a:ea typeface="ＭＳ Ｐゴシック" pitchFamily="34" charset="-128"/>
              </a:defRPr>
            </a:lvl2pPr>
            <a:lvl3pPr marL="1143000" indent="-228600" defTabSz="763588">
              <a:defRPr sz="2400">
                <a:solidFill>
                  <a:schemeClr val="tx1"/>
                </a:solidFill>
                <a:latin typeface="Times New Roman" pitchFamily="18" charset="0"/>
                <a:ea typeface="ＭＳ Ｐゴシック" pitchFamily="34" charset="-128"/>
              </a:defRPr>
            </a:lvl3pPr>
            <a:lvl4pPr marL="1600200" indent="-228600" defTabSz="763588">
              <a:defRPr sz="2400">
                <a:solidFill>
                  <a:schemeClr val="tx1"/>
                </a:solidFill>
                <a:latin typeface="Times New Roman" pitchFamily="18" charset="0"/>
                <a:ea typeface="ＭＳ Ｐゴシック" pitchFamily="34" charset="-128"/>
              </a:defRPr>
            </a:lvl4pPr>
            <a:lvl5pPr marL="2057400" indent="-228600" defTabSz="763588">
              <a:defRPr sz="2400">
                <a:solidFill>
                  <a:schemeClr val="tx1"/>
                </a:solidFill>
                <a:latin typeface="Times New Roman" pitchFamily="18" charset="0"/>
                <a:ea typeface="ＭＳ Ｐゴシック" pitchFamily="34" charset="-128"/>
              </a:defRPr>
            </a:lvl5pPr>
            <a:lvl6pPr marL="2514600" indent="-228600" defTabSz="763588" eaLnBrk="0" fontAlgn="base" hangingPunct="0">
              <a:spcBef>
                <a:spcPct val="0"/>
              </a:spcBef>
              <a:spcAft>
                <a:spcPct val="0"/>
              </a:spcAft>
              <a:defRPr sz="2400">
                <a:solidFill>
                  <a:schemeClr val="tx1"/>
                </a:solidFill>
                <a:latin typeface="Times New Roman" pitchFamily="18" charset="0"/>
                <a:ea typeface="ＭＳ Ｐゴシック" pitchFamily="34" charset="-128"/>
              </a:defRPr>
            </a:lvl6pPr>
            <a:lvl7pPr marL="2971800" indent="-228600" defTabSz="763588" eaLnBrk="0" fontAlgn="base" hangingPunct="0">
              <a:spcBef>
                <a:spcPct val="0"/>
              </a:spcBef>
              <a:spcAft>
                <a:spcPct val="0"/>
              </a:spcAft>
              <a:defRPr sz="2400">
                <a:solidFill>
                  <a:schemeClr val="tx1"/>
                </a:solidFill>
                <a:latin typeface="Times New Roman" pitchFamily="18" charset="0"/>
                <a:ea typeface="ＭＳ Ｐゴシック" pitchFamily="34" charset="-128"/>
              </a:defRPr>
            </a:lvl7pPr>
            <a:lvl8pPr marL="3429000" indent="-228600" defTabSz="763588" eaLnBrk="0" fontAlgn="base" hangingPunct="0">
              <a:spcBef>
                <a:spcPct val="0"/>
              </a:spcBef>
              <a:spcAft>
                <a:spcPct val="0"/>
              </a:spcAft>
              <a:defRPr sz="2400">
                <a:solidFill>
                  <a:schemeClr val="tx1"/>
                </a:solidFill>
                <a:latin typeface="Times New Roman" pitchFamily="18" charset="0"/>
                <a:ea typeface="ＭＳ Ｐゴシック" pitchFamily="34" charset="-128"/>
              </a:defRPr>
            </a:lvl8pPr>
            <a:lvl9pPr marL="3886200" indent="-228600" defTabSz="763588" eaLnBrk="0" fontAlgn="base" hangingPunct="0">
              <a:spcBef>
                <a:spcPct val="0"/>
              </a:spcBef>
              <a:spcAft>
                <a:spcPct val="0"/>
              </a:spcAft>
              <a:defRPr sz="2400">
                <a:solidFill>
                  <a:schemeClr val="tx1"/>
                </a:solidFill>
                <a:latin typeface="Times New Roman" pitchFamily="18" charset="0"/>
                <a:ea typeface="ＭＳ Ｐゴシック" pitchFamily="34" charset="-128"/>
              </a:defRPr>
            </a:lvl9pPr>
          </a:lstStyle>
          <a:p>
            <a:fld id="{82B77F43-60BE-4E2C-9ECA-774DC50CDAB7}" type="slidenum">
              <a:rPr lang="en-US" sz="1000" smtClean="0">
                <a:solidFill>
                  <a:prstClr val="black"/>
                </a:solidFill>
              </a:rPr>
              <a:pPr/>
              <a:t>19</a:t>
            </a:fld>
            <a:endParaRPr lang="en-US" sz="1000">
              <a:solidFill>
                <a:prstClr val="black"/>
              </a:solidFill>
            </a:endParaRPr>
          </a:p>
        </p:txBody>
      </p:sp>
      <p:sp>
        <p:nvSpPr>
          <p:cNvPr id="93187" name="Rectangle 2"/>
          <p:cNvSpPr>
            <a:spLocks noGrp="1" noRot="1" noChangeAspect="1" noChangeArrowheads="1" noTextEdit="1"/>
          </p:cNvSpPr>
          <p:nvPr>
            <p:ph type="sldImg"/>
          </p:nvPr>
        </p:nvSpPr>
        <p:spPr bwMode="auto">
          <a:xfrm>
            <a:off x="990600" y="768350"/>
            <a:ext cx="5118100" cy="38385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93188" name="Rectangle 3"/>
          <p:cNvSpPr>
            <a:spLocks noGrp="1" noChangeArrowheads="1"/>
          </p:cNvSpPr>
          <p:nvPr>
            <p:ph type="body" idx="1"/>
          </p:nvPr>
        </p:nvSpPr>
        <p:spPr bwMode="auto">
          <a:xfrm>
            <a:off x="709613" y="4862513"/>
            <a:ext cx="5680075" cy="46037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dirty="0"/>
          </a:p>
        </p:txBody>
      </p:sp>
    </p:spTree>
    <p:extLst>
      <p:ext uri="{BB962C8B-B14F-4D97-AF65-F5344CB8AC3E}">
        <p14:creationId xmlns:p14="http://schemas.microsoft.com/office/powerpoint/2010/main" val="12037723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9D1E29B-21C5-4616-8C91-16E7C6184830}" type="slidenum">
              <a:rPr lang="en-AU" smtClean="0"/>
              <a:t>20</a:t>
            </a:fld>
            <a:endParaRPr lang="en-AU"/>
          </a:p>
        </p:txBody>
      </p:sp>
    </p:spTree>
    <p:extLst>
      <p:ext uri="{BB962C8B-B14F-4D97-AF65-F5344CB8AC3E}">
        <p14:creationId xmlns:p14="http://schemas.microsoft.com/office/powerpoint/2010/main" val="4275365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anose="02020603050405020304" pitchFamily="18" charset="0"/>
                <a:ea typeface="MS PGothic" panose="020B0600070205080204" pitchFamily="34" charset="-128"/>
              </a:defRPr>
            </a:lvl1pPr>
            <a:lvl2pPr marL="742950" indent="-285750" defTabSz="763588">
              <a:defRPr sz="2400">
                <a:solidFill>
                  <a:schemeClr val="tx1"/>
                </a:solidFill>
                <a:latin typeface="Times New Roman" panose="02020603050405020304" pitchFamily="18" charset="0"/>
                <a:ea typeface="MS PGothic" panose="020B0600070205080204" pitchFamily="34" charset="-128"/>
              </a:defRPr>
            </a:lvl2pPr>
            <a:lvl3pPr marL="1143000" indent="-228600" defTabSz="763588">
              <a:defRPr sz="2400">
                <a:solidFill>
                  <a:schemeClr val="tx1"/>
                </a:solidFill>
                <a:latin typeface="Times New Roman" panose="02020603050405020304" pitchFamily="18" charset="0"/>
                <a:ea typeface="MS PGothic" panose="020B0600070205080204" pitchFamily="34" charset="-128"/>
              </a:defRPr>
            </a:lvl3pPr>
            <a:lvl4pPr marL="1600200" indent="-228600" defTabSz="763588">
              <a:defRPr sz="2400">
                <a:solidFill>
                  <a:schemeClr val="tx1"/>
                </a:solidFill>
                <a:latin typeface="Times New Roman" panose="02020603050405020304" pitchFamily="18" charset="0"/>
                <a:ea typeface="MS PGothic" panose="020B0600070205080204" pitchFamily="34" charset="-128"/>
              </a:defRPr>
            </a:lvl4pPr>
            <a:lvl5pPr marL="2057400" indent="-228600" defTabSz="763588">
              <a:defRPr sz="2400">
                <a:solidFill>
                  <a:schemeClr val="tx1"/>
                </a:solidFill>
                <a:latin typeface="Times New Roman" panose="02020603050405020304" pitchFamily="18" charset="0"/>
                <a:ea typeface="MS PGothic" panose="020B0600070205080204" pitchFamily="34" charset="-128"/>
              </a:defRPr>
            </a:lvl5pPr>
            <a:lvl6pPr marL="25146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de-DE" altLang="en-US" sz="1200">
                <a:solidFill>
                  <a:srgbClr val="000000"/>
                </a:solidFill>
              </a:rPr>
              <a:t>Lecture - 4 March 1999</a:t>
            </a:r>
          </a:p>
        </p:txBody>
      </p:sp>
      <p:sp>
        <p:nvSpPr>
          <p:cNvPr id="51203" name="Rectangle 3"/>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anose="02020603050405020304" pitchFamily="18" charset="0"/>
                <a:ea typeface="MS PGothic" panose="020B0600070205080204" pitchFamily="34" charset="-128"/>
              </a:defRPr>
            </a:lvl1pPr>
            <a:lvl2pPr marL="742950" indent="-285750" defTabSz="763588">
              <a:defRPr sz="2400">
                <a:solidFill>
                  <a:schemeClr val="tx1"/>
                </a:solidFill>
                <a:latin typeface="Times New Roman" panose="02020603050405020304" pitchFamily="18" charset="0"/>
                <a:ea typeface="MS PGothic" panose="020B0600070205080204" pitchFamily="34" charset="-128"/>
              </a:defRPr>
            </a:lvl2pPr>
            <a:lvl3pPr marL="1143000" indent="-228600" defTabSz="763588">
              <a:defRPr sz="2400">
                <a:solidFill>
                  <a:schemeClr val="tx1"/>
                </a:solidFill>
                <a:latin typeface="Times New Roman" panose="02020603050405020304" pitchFamily="18" charset="0"/>
                <a:ea typeface="MS PGothic" panose="020B0600070205080204" pitchFamily="34" charset="-128"/>
              </a:defRPr>
            </a:lvl3pPr>
            <a:lvl4pPr marL="1600200" indent="-228600" defTabSz="763588">
              <a:defRPr sz="2400">
                <a:solidFill>
                  <a:schemeClr val="tx1"/>
                </a:solidFill>
                <a:latin typeface="Times New Roman" panose="02020603050405020304" pitchFamily="18" charset="0"/>
                <a:ea typeface="MS PGothic" panose="020B0600070205080204" pitchFamily="34" charset="-128"/>
              </a:defRPr>
            </a:lvl4pPr>
            <a:lvl5pPr marL="2057400" indent="-228600" defTabSz="763588">
              <a:defRPr sz="2400">
                <a:solidFill>
                  <a:schemeClr val="tx1"/>
                </a:solidFill>
                <a:latin typeface="Times New Roman" panose="02020603050405020304" pitchFamily="18" charset="0"/>
                <a:ea typeface="MS PGothic" panose="020B0600070205080204" pitchFamily="34" charset="-128"/>
              </a:defRPr>
            </a:lvl5pPr>
            <a:lvl6pPr marL="25146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fld id="{700136A3-553E-45FC-9439-142337B70342}" type="slidenum">
              <a:rPr lang="de-DE" altLang="en-US" sz="1000" smtClean="0">
                <a:solidFill>
                  <a:srgbClr val="000000"/>
                </a:solidFill>
              </a:rPr>
              <a:pPr/>
              <a:t>21</a:t>
            </a:fld>
            <a:endParaRPr lang="de-DE" altLang="en-US" sz="1000">
              <a:solidFill>
                <a:srgbClr val="000000"/>
              </a:solidFill>
            </a:endParaRPr>
          </a:p>
        </p:txBody>
      </p:sp>
      <p:sp>
        <p:nvSpPr>
          <p:cNvPr id="51204" name="Rectangle 4"/>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anose="02020603050405020304" pitchFamily="18" charset="0"/>
                <a:ea typeface="MS PGothic" panose="020B0600070205080204" pitchFamily="34" charset="-128"/>
              </a:defRPr>
            </a:lvl1pPr>
            <a:lvl2pPr marL="742950" indent="-285750" defTabSz="763588">
              <a:defRPr sz="2400">
                <a:solidFill>
                  <a:schemeClr val="tx1"/>
                </a:solidFill>
                <a:latin typeface="Times New Roman" panose="02020603050405020304" pitchFamily="18" charset="0"/>
                <a:ea typeface="MS PGothic" panose="020B0600070205080204" pitchFamily="34" charset="-128"/>
              </a:defRPr>
            </a:lvl2pPr>
            <a:lvl3pPr marL="1143000" indent="-228600" defTabSz="763588">
              <a:defRPr sz="2400">
                <a:solidFill>
                  <a:schemeClr val="tx1"/>
                </a:solidFill>
                <a:latin typeface="Times New Roman" panose="02020603050405020304" pitchFamily="18" charset="0"/>
                <a:ea typeface="MS PGothic" panose="020B0600070205080204" pitchFamily="34" charset="-128"/>
              </a:defRPr>
            </a:lvl3pPr>
            <a:lvl4pPr marL="1600200" indent="-228600" defTabSz="763588">
              <a:defRPr sz="2400">
                <a:solidFill>
                  <a:schemeClr val="tx1"/>
                </a:solidFill>
                <a:latin typeface="Times New Roman" panose="02020603050405020304" pitchFamily="18" charset="0"/>
                <a:ea typeface="MS PGothic" panose="020B0600070205080204" pitchFamily="34" charset="-128"/>
              </a:defRPr>
            </a:lvl4pPr>
            <a:lvl5pPr marL="2057400" indent="-228600" defTabSz="763588">
              <a:defRPr sz="2400">
                <a:solidFill>
                  <a:schemeClr val="tx1"/>
                </a:solidFill>
                <a:latin typeface="Times New Roman" panose="02020603050405020304" pitchFamily="18" charset="0"/>
                <a:ea typeface="MS PGothic" panose="020B0600070205080204" pitchFamily="34" charset="-128"/>
              </a:defRPr>
            </a:lvl5pPr>
            <a:lvl6pPr marL="25146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de-DE" altLang="en-US" sz="1000">
                <a:solidFill>
                  <a:srgbClr val="000000"/>
                </a:solidFill>
              </a:rPr>
              <a:t>QUT Brisbane, Dr. Michael Rosemann</a:t>
            </a:r>
          </a:p>
        </p:txBody>
      </p:sp>
      <p:sp>
        <p:nvSpPr>
          <p:cNvPr id="51205" name="Rectangle 5"/>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3588">
              <a:defRPr sz="2400">
                <a:solidFill>
                  <a:schemeClr val="tx1"/>
                </a:solidFill>
                <a:latin typeface="Times New Roman" panose="02020603050405020304" pitchFamily="18" charset="0"/>
                <a:ea typeface="MS PGothic" panose="020B0600070205080204" pitchFamily="34" charset="-128"/>
              </a:defRPr>
            </a:lvl1pPr>
            <a:lvl2pPr marL="742950" indent="-285750" defTabSz="763588">
              <a:defRPr sz="2400">
                <a:solidFill>
                  <a:schemeClr val="tx1"/>
                </a:solidFill>
                <a:latin typeface="Times New Roman" panose="02020603050405020304" pitchFamily="18" charset="0"/>
                <a:ea typeface="MS PGothic" panose="020B0600070205080204" pitchFamily="34" charset="-128"/>
              </a:defRPr>
            </a:lvl2pPr>
            <a:lvl3pPr marL="1143000" indent="-228600" defTabSz="763588">
              <a:defRPr sz="2400">
                <a:solidFill>
                  <a:schemeClr val="tx1"/>
                </a:solidFill>
                <a:latin typeface="Times New Roman" panose="02020603050405020304" pitchFamily="18" charset="0"/>
                <a:ea typeface="MS PGothic" panose="020B0600070205080204" pitchFamily="34" charset="-128"/>
              </a:defRPr>
            </a:lvl3pPr>
            <a:lvl4pPr marL="1600200" indent="-228600" defTabSz="763588">
              <a:defRPr sz="2400">
                <a:solidFill>
                  <a:schemeClr val="tx1"/>
                </a:solidFill>
                <a:latin typeface="Times New Roman" panose="02020603050405020304" pitchFamily="18" charset="0"/>
                <a:ea typeface="MS PGothic" panose="020B0600070205080204" pitchFamily="34" charset="-128"/>
              </a:defRPr>
            </a:lvl4pPr>
            <a:lvl5pPr marL="2057400" indent="-228600" defTabSz="763588">
              <a:defRPr sz="2400">
                <a:solidFill>
                  <a:schemeClr val="tx1"/>
                </a:solidFill>
                <a:latin typeface="Times New Roman" panose="02020603050405020304" pitchFamily="18" charset="0"/>
                <a:ea typeface="MS PGothic" panose="020B0600070205080204" pitchFamily="34" charset="-128"/>
              </a:defRPr>
            </a:lvl5pPr>
            <a:lvl6pPr marL="25146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defTabSz="763588"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de-DE" altLang="en-US" sz="1200">
                <a:solidFill>
                  <a:srgbClr val="000000"/>
                </a:solidFill>
              </a:rPr>
              <a:t>ITN286 - Process Engineering and EWS</a:t>
            </a:r>
          </a:p>
        </p:txBody>
      </p:sp>
      <p:sp>
        <p:nvSpPr>
          <p:cNvPr id="51206" name="Rectangle 2"/>
          <p:cNvSpPr>
            <a:spLocks noGrp="1" noRot="1" noChangeAspect="1" noChangeArrowheads="1" noTextEdit="1"/>
          </p:cNvSpPr>
          <p:nvPr>
            <p:ph type="sldImg"/>
          </p:nvPr>
        </p:nvSpPr>
        <p:spPr bwMode="auto">
          <a:xfrm>
            <a:off x="990600" y="768350"/>
            <a:ext cx="5119688" cy="3838575"/>
          </a:xfrm>
          <a:prstGeom prst="rect">
            <a:avLst/>
          </a:prstGeom>
          <a:solidFill>
            <a:srgbClr val="FFFFFF"/>
          </a:solidFill>
          <a:ln>
            <a:solidFill>
              <a:srgbClr val="000000"/>
            </a:solidFill>
            <a:miter lim="800000"/>
            <a:headEnd/>
            <a:tailEnd/>
          </a:ln>
        </p:spPr>
      </p:sp>
      <p:sp>
        <p:nvSpPr>
          <p:cNvPr id="51207" name="Rectangle 3"/>
          <p:cNvSpPr>
            <a:spLocks noGrp="1" noChangeArrowheads="1"/>
          </p:cNvSpPr>
          <p:nvPr>
            <p:ph type="body" idx="1"/>
          </p:nvPr>
        </p:nvSpPr>
        <p:spPr bwMode="auto">
          <a:xfrm>
            <a:off x="946150" y="4862513"/>
            <a:ext cx="5207000" cy="4603750"/>
          </a:xfrm>
          <a:prstGeom prst="rect">
            <a:avLst/>
          </a:prstGeom>
          <a:solidFill>
            <a:srgbClr val="FFFFFF"/>
          </a:solidFill>
          <a:ln>
            <a:solidFill>
              <a:srgbClr val="000000"/>
            </a:solidFill>
            <a:miter lim="800000"/>
            <a:headEnd/>
            <a:tailEnd/>
          </a:ln>
        </p:spPr>
        <p:txBody>
          <a:bodyPr/>
          <a:lstStyle/>
          <a:p>
            <a:endParaRPr lang="en-AU" altLang="en-US">
              <a:latin typeface="Times New Roman" panose="02020603050405020304" pitchFamily="18" charset="0"/>
            </a:endParaRPr>
          </a:p>
        </p:txBody>
      </p:sp>
    </p:spTree>
    <p:extLst>
      <p:ext uri="{BB962C8B-B14F-4D97-AF65-F5344CB8AC3E}">
        <p14:creationId xmlns:p14="http://schemas.microsoft.com/office/powerpoint/2010/main" val="35898570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7510AF98-2A13-456E-A1F8-513671122D60}" type="slidenum">
              <a:rPr lang="en-US" smtClean="0">
                <a:solidFill>
                  <a:prstClr val="black"/>
                </a:solidFill>
              </a:rPr>
              <a:pPr/>
              <a:t>22</a:t>
            </a:fld>
            <a:endParaRPr lang="en-US">
              <a:solidFill>
                <a:prstClr val="black"/>
              </a:solidFill>
            </a:endParaRPr>
          </a:p>
        </p:txBody>
      </p:sp>
    </p:spTree>
    <p:extLst>
      <p:ext uri="{BB962C8B-B14F-4D97-AF65-F5344CB8AC3E}">
        <p14:creationId xmlns:p14="http://schemas.microsoft.com/office/powerpoint/2010/main" val="5268279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p:cNvSpPr>
          <p:nvPr>
            <p:ph type="sldImg"/>
          </p:nvPr>
        </p:nvSpPr>
        <p:spPr>
          <a:ln/>
        </p:spPr>
      </p:sp>
      <p:sp>
        <p:nvSpPr>
          <p:cNvPr id="2355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23555"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3138" eaLnBrk="0" hangingPunct="0">
              <a:defRPr sz="2400" b="1">
                <a:solidFill>
                  <a:schemeClr val="tx1"/>
                </a:solidFill>
                <a:latin typeface="Arial" panose="020B0604020202020204" pitchFamily="34" charset="0"/>
                <a:ea typeface="ＭＳ Ｐゴシック" panose="020B0600070205080204" pitchFamily="34" charset="-128"/>
              </a:defRPr>
            </a:lvl1pPr>
            <a:lvl2pPr marL="742950" indent="-285750" defTabSz="973138" eaLnBrk="0" hangingPunct="0">
              <a:defRPr sz="2400" b="1">
                <a:solidFill>
                  <a:schemeClr val="tx1"/>
                </a:solidFill>
                <a:latin typeface="Arial" panose="020B0604020202020204" pitchFamily="34" charset="0"/>
                <a:ea typeface="ＭＳ Ｐゴシック" panose="020B0600070205080204" pitchFamily="34" charset="-128"/>
              </a:defRPr>
            </a:lvl2pPr>
            <a:lvl3pPr marL="1143000" indent="-228600" defTabSz="973138" eaLnBrk="0" hangingPunct="0">
              <a:defRPr sz="2400" b="1">
                <a:solidFill>
                  <a:schemeClr val="tx1"/>
                </a:solidFill>
                <a:latin typeface="Arial" panose="020B0604020202020204" pitchFamily="34" charset="0"/>
                <a:ea typeface="ＭＳ Ｐゴシック" panose="020B0600070205080204" pitchFamily="34" charset="-128"/>
              </a:defRPr>
            </a:lvl3pPr>
            <a:lvl4pPr marL="1600200" indent="-228600" defTabSz="973138" eaLnBrk="0" hangingPunct="0">
              <a:defRPr sz="2400" b="1">
                <a:solidFill>
                  <a:schemeClr val="tx1"/>
                </a:solidFill>
                <a:latin typeface="Arial" panose="020B0604020202020204" pitchFamily="34" charset="0"/>
                <a:ea typeface="ＭＳ Ｐゴシック" panose="020B0600070205080204" pitchFamily="34" charset="-128"/>
              </a:defRPr>
            </a:lvl4pPr>
            <a:lvl5pPr marL="2057400" indent="-228600" defTabSz="973138" eaLnBrk="0" hangingPunct="0">
              <a:defRPr sz="2400" b="1">
                <a:solidFill>
                  <a:schemeClr val="tx1"/>
                </a:solidFill>
                <a:latin typeface="Arial" panose="020B0604020202020204" pitchFamily="34" charset="0"/>
                <a:ea typeface="ＭＳ Ｐゴシック" panose="020B0600070205080204" pitchFamily="34" charset="-128"/>
              </a:defRPr>
            </a:lvl5pPr>
            <a:lvl6pPr marL="2514600" indent="-228600" defTabSz="9731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731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731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731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pPr eaLnBrk="1" hangingPunct="1"/>
            <a:fld id="{7529F047-A1F9-4630-8FC6-1EE8A363D85F}" type="slidenum">
              <a:rPr lang="en-AU" altLang="en-US" sz="1300" b="0">
                <a:solidFill>
                  <a:srgbClr val="000000"/>
                </a:solidFill>
              </a:rPr>
              <a:pPr eaLnBrk="1" hangingPunct="1"/>
              <a:t>24</a:t>
            </a:fld>
            <a:endParaRPr lang="en-AU" altLang="en-US" sz="1300" b="0">
              <a:solidFill>
                <a:srgbClr val="000000"/>
              </a:solidFill>
            </a:endParaRPr>
          </a:p>
        </p:txBody>
      </p:sp>
    </p:spTree>
    <p:extLst>
      <p:ext uri="{BB962C8B-B14F-4D97-AF65-F5344CB8AC3E}">
        <p14:creationId xmlns:p14="http://schemas.microsoft.com/office/powerpoint/2010/main" val="7108902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510815-9B73-4C3C-B57B-229B2AFB31CD}" type="slidenum">
              <a:rPr lang="en-US">
                <a:solidFill>
                  <a:srgbClr val="000000"/>
                </a:solidFill>
              </a:rPr>
              <a:pPr/>
              <a:t>25</a:t>
            </a:fld>
            <a:endParaRPr lang="en-US">
              <a:solidFill>
                <a:srgbClr val="000000"/>
              </a:solidFill>
            </a:endParaRPr>
          </a:p>
        </p:txBody>
      </p:sp>
      <p:sp>
        <p:nvSpPr>
          <p:cNvPr id="2003970" name="Rectangle 2"/>
          <p:cNvSpPr>
            <a:spLocks noGrp="1" noRot="1" noChangeAspect="1" noChangeArrowheads="1" noTextEdit="1"/>
          </p:cNvSpPr>
          <p:nvPr>
            <p:ph type="sldImg"/>
          </p:nvPr>
        </p:nvSpPr>
        <p:spPr>
          <a:ln/>
        </p:spPr>
      </p:sp>
      <p:sp>
        <p:nvSpPr>
          <p:cNvPr id="2003971" name="Rectangle 3"/>
          <p:cNvSpPr>
            <a:spLocks noGrp="1" noChangeArrowheads="1"/>
          </p:cNvSpPr>
          <p:nvPr>
            <p:ph type="body" idx="1"/>
          </p:nvPr>
        </p:nvSpPr>
        <p:spPr/>
        <p:txBody>
          <a:bodyPr/>
          <a:lstStyle/>
          <a:p>
            <a:endParaRPr lang="en-AU" dirty="0"/>
          </a:p>
        </p:txBody>
      </p:sp>
    </p:spTree>
    <p:extLst>
      <p:ext uri="{BB962C8B-B14F-4D97-AF65-F5344CB8AC3E}">
        <p14:creationId xmlns:p14="http://schemas.microsoft.com/office/powerpoint/2010/main" val="39019399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Image Placeholder 1"/>
          <p:cNvSpPr>
            <a:spLocks noGrp="1" noRot="1" noChangeAspect="1"/>
          </p:cNvSpPr>
          <p:nvPr>
            <p:ph type="sldImg"/>
          </p:nvPr>
        </p:nvSpPr>
        <p:spPr>
          <a:ln/>
        </p:spPr>
      </p:sp>
      <p:sp>
        <p:nvSpPr>
          <p:cNvPr id="2560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25603"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73138" eaLnBrk="0" hangingPunct="0">
              <a:defRPr sz="2400" b="1">
                <a:solidFill>
                  <a:schemeClr val="tx1"/>
                </a:solidFill>
                <a:latin typeface="Arial" panose="020B0604020202020204" pitchFamily="34" charset="0"/>
                <a:ea typeface="ＭＳ Ｐゴシック" panose="020B0600070205080204" pitchFamily="34" charset="-128"/>
              </a:defRPr>
            </a:lvl1pPr>
            <a:lvl2pPr marL="742950" indent="-285750" defTabSz="973138" eaLnBrk="0" hangingPunct="0">
              <a:defRPr sz="2400" b="1">
                <a:solidFill>
                  <a:schemeClr val="tx1"/>
                </a:solidFill>
                <a:latin typeface="Arial" panose="020B0604020202020204" pitchFamily="34" charset="0"/>
                <a:ea typeface="ＭＳ Ｐゴシック" panose="020B0600070205080204" pitchFamily="34" charset="-128"/>
              </a:defRPr>
            </a:lvl2pPr>
            <a:lvl3pPr marL="1143000" indent="-228600" defTabSz="973138" eaLnBrk="0" hangingPunct="0">
              <a:defRPr sz="2400" b="1">
                <a:solidFill>
                  <a:schemeClr val="tx1"/>
                </a:solidFill>
                <a:latin typeface="Arial" panose="020B0604020202020204" pitchFamily="34" charset="0"/>
                <a:ea typeface="ＭＳ Ｐゴシック" panose="020B0600070205080204" pitchFamily="34" charset="-128"/>
              </a:defRPr>
            </a:lvl3pPr>
            <a:lvl4pPr marL="1600200" indent="-228600" defTabSz="973138" eaLnBrk="0" hangingPunct="0">
              <a:defRPr sz="2400" b="1">
                <a:solidFill>
                  <a:schemeClr val="tx1"/>
                </a:solidFill>
                <a:latin typeface="Arial" panose="020B0604020202020204" pitchFamily="34" charset="0"/>
                <a:ea typeface="ＭＳ Ｐゴシック" panose="020B0600070205080204" pitchFamily="34" charset="-128"/>
              </a:defRPr>
            </a:lvl4pPr>
            <a:lvl5pPr marL="2057400" indent="-228600" defTabSz="973138" eaLnBrk="0" hangingPunct="0">
              <a:defRPr sz="2400" b="1">
                <a:solidFill>
                  <a:schemeClr val="tx1"/>
                </a:solidFill>
                <a:latin typeface="Arial" panose="020B0604020202020204" pitchFamily="34" charset="0"/>
                <a:ea typeface="ＭＳ Ｐゴシック" panose="020B0600070205080204" pitchFamily="34" charset="-128"/>
              </a:defRPr>
            </a:lvl5pPr>
            <a:lvl6pPr marL="2514600" indent="-228600" defTabSz="9731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6pPr>
            <a:lvl7pPr marL="2971800" indent="-228600" defTabSz="9731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7pPr>
            <a:lvl8pPr marL="3429000" indent="-228600" defTabSz="9731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8pPr>
            <a:lvl9pPr marL="3886200" indent="-228600" defTabSz="973138" eaLnBrk="0" fontAlgn="base" hangingPunct="0">
              <a:spcBef>
                <a:spcPct val="0"/>
              </a:spcBef>
              <a:spcAft>
                <a:spcPct val="0"/>
              </a:spcAft>
              <a:defRPr sz="2400" b="1">
                <a:solidFill>
                  <a:schemeClr val="tx1"/>
                </a:solidFill>
                <a:latin typeface="Arial" panose="020B0604020202020204" pitchFamily="34" charset="0"/>
                <a:ea typeface="ＭＳ Ｐゴシック" panose="020B0600070205080204" pitchFamily="34" charset="-128"/>
              </a:defRPr>
            </a:lvl9pPr>
          </a:lstStyle>
          <a:p>
            <a:pPr eaLnBrk="1" hangingPunct="1"/>
            <a:fld id="{7774B7AA-DB0A-491A-B2EB-FD7A675D8A3F}" type="slidenum">
              <a:rPr lang="en-AU" altLang="en-US" sz="1300" b="0">
                <a:solidFill>
                  <a:srgbClr val="000000"/>
                </a:solidFill>
              </a:rPr>
              <a:pPr eaLnBrk="1" hangingPunct="1"/>
              <a:t>26</a:t>
            </a:fld>
            <a:endParaRPr lang="en-AU" altLang="en-US" sz="1300" b="0">
              <a:solidFill>
                <a:srgbClr val="000000"/>
              </a:solidFill>
            </a:endParaRPr>
          </a:p>
        </p:txBody>
      </p:sp>
    </p:spTree>
    <p:extLst>
      <p:ext uri="{BB962C8B-B14F-4D97-AF65-F5344CB8AC3E}">
        <p14:creationId xmlns:p14="http://schemas.microsoft.com/office/powerpoint/2010/main" val="36212654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BD40111-F93E-495F-9CD5-3E7781261B0D}" type="slidenum">
              <a:rPr lang="en-US">
                <a:solidFill>
                  <a:srgbClr val="000000"/>
                </a:solidFill>
              </a:rPr>
              <a:pPr/>
              <a:t>28</a:t>
            </a:fld>
            <a:endParaRPr lang="en-US">
              <a:solidFill>
                <a:srgbClr val="000000"/>
              </a:solidFill>
            </a:endParaRPr>
          </a:p>
        </p:txBody>
      </p:sp>
      <p:sp>
        <p:nvSpPr>
          <p:cNvPr id="2009090" name="Rectangle 2"/>
          <p:cNvSpPr>
            <a:spLocks noGrp="1" noRot="1" noChangeAspect="1" noChangeArrowheads="1" noTextEdit="1"/>
          </p:cNvSpPr>
          <p:nvPr>
            <p:ph type="sldImg"/>
          </p:nvPr>
        </p:nvSpPr>
        <p:spPr>
          <a:ln/>
        </p:spPr>
      </p:sp>
      <p:sp>
        <p:nvSpPr>
          <p:cNvPr id="2009091" name="Rectangle 3"/>
          <p:cNvSpPr>
            <a:spLocks noGrp="1" noChangeArrowheads="1"/>
          </p:cNvSpPr>
          <p:nvPr>
            <p:ph type="body" idx="1"/>
          </p:nvPr>
        </p:nvSpPr>
        <p:spPr/>
        <p:txBody>
          <a:bodyPr/>
          <a:lstStyle/>
          <a:p>
            <a:endParaRPr lang="en-AU" dirty="0"/>
          </a:p>
        </p:txBody>
      </p:sp>
    </p:spTree>
    <p:extLst>
      <p:ext uri="{BB962C8B-B14F-4D97-AF65-F5344CB8AC3E}">
        <p14:creationId xmlns:p14="http://schemas.microsoft.com/office/powerpoint/2010/main" val="41684016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DB6E357-D81F-431F-9EC1-C58A0305156C}" type="slidenum">
              <a:rPr lang="en-US">
                <a:solidFill>
                  <a:srgbClr val="000000"/>
                </a:solidFill>
              </a:rPr>
              <a:pPr/>
              <a:t>29</a:t>
            </a:fld>
            <a:endParaRPr lang="en-US">
              <a:solidFill>
                <a:srgbClr val="000000"/>
              </a:solidFill>
            </a:endParaRPr>
          </a:p>
        </p:txBody>
      </p:sp>
      <p:sp>
        <p:nvSpPr>
          <p:cNvPr id="2018306" name="Rectangle 2"/>
          <p:cNvSpPr>
            <a:spLocks noGrp="1" noRot="1" noChangeAspect="1" noChangeArrowheads="1" noTextEdit="1"/>
          </p:cNvSpPr>
          <p:nvPr>
            <p:ph type="sldImg"/>
          </p:nvPr>
        </p:nvSpPr>
        <p:spPr>
          <a:ln/>
        </p:spPr>
      </p:sp>
      <p:sp>
        <p:nvSpPr>
          <p:cNvPr id="2018307"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1272146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BD40111-F93E-495F-9CD5-3E7781261B0D}" type="slidenum">
              <a:rPr lang="en-US">
                <a:solidFill>
                  <a:srgbClr val="000000"/>
                </a:solidFill>
              </a:rPr>
              <a:pPr/>
              <a:t>30</a:t>
            </a:fld>
            <a:endParaRPr lang="en-US">
              <a:solidFill>
                <a:srgbClr val="000000"/>
              </a:solidFill>
            </a:endParaRPr>
          </a:p>
        </p:txBody>
      </p:sp>
      <p:sp>
        <p:nvSpPr>
          <p:cNvPr id="2009090" name="Rectangle 2"/>
          <p:cNvSpPr>
            <a:spLocks noGrp="1" noRot="1" noChangeAspect="1" noChangeArrowheads="1" noTextEdit="1"/>
          </p:cNvSpPr>
          <p:nvPr>
            <p:ph type="sldImg"/>
          </p:nvPr>
        </p:nvSpPr>
        <p:spPr>
          <a:ln/>
        </p:spPr>
      </p:sp>
      <p:sp>
        <p:nvSpPr>
          <p:cNvPr id="2009091"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5010853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EF8D7A6-AE45-4089-90B7-04E56C7D951D}" type="slidenum">
              <a:rPr lang="en-US">
                <a:solidFill>
                  <a:srgbClr val="000000"/>
                </a:solidFill>
              </a:rPr>
              <a:pPr/>
              <a:t>31</a:t>
            </a:fld>
            <a:endParaRPr lang="en-US">
              <a:solidFill>
                <a:srgbClr val="000000"/>
              </a:solidFill>
            </a:endParaRPr>
          </a:p>
        </p:txBody>
      </p:sp>
      <p:sp>
        <p:nvSpPr>
          <p:cNvPr id="2056194" name="Rectangle 2"/>
          <p:cNvSpPr>
            <a:spLocks noGrp="1" noRot="1" noChangeAspect="1" noChangeArrowheads="1" noTextEdit="1"/>
          </p:cNvSpPr>
          <p:nvPr>
            <p:ph type="sldImg"/>
          </p:nvPr>
        </p:nvSpPr>
        <p:spPr>
          <a:ln/>
        </p:spPr>
      </p:sp>
      <p:sp>
        <p:nvSpPr>
          <p:cNvPr id="2056195" name="Rectangle 3"/>
          <p:cNvSpPr>
            <a:spLocks noGrp="1" noChangeArrowheads="1"/>
          </p:cNvSpPr>
          <p:nvPr>
            <p:ph type="body" idx="1"/>
          </p:nvPr>
        </p:nvSpPr>
        <p:spPr/>
        <p:txBody>
          <a:bodyPr/>
          <a:lstStyle/>
          <a:p>
            <a:endParaRPr lang="en-AU" dirty="0"/>
          </a:p>
        </p:txBody>
      </p:sp>
    </p:spTree>
    <p:extLst>
      <p:ext uri="{BB962C8B-B14F-4D97-AF65-F5344CB8AC3E}">
        <p14:creationId xmlns:p14="http://schemas.microsoft.com/office/powerpoint/2010/main" val="26362843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endParaRPr lang="en-AU" dirty="0"/>
          </a:p>
        </p:txBody>
      </p:sp>
      <p:sp>
        <p:nvSpPr>
          <p:cNvPr id="4" name="Slide Number Placeholder 3"/>
          <p:cNvSpPr>
            <a:spLocks noGrp="1"/>
          </p:cNvSpPr>
          <p:nvPr>
            <p:ph type="sldNum" sz="quarter" idx="10"/>
          </p:nvPr>
        </p:nvSpPr>
        <p:spPr/>
        <p:txBody>
          <a:bodyPr/>
          <a:lstStyle/>
          <a:p>
            <a:fld id="{7510AF98-2A13-456E-A1F8-513671122D60}" type="slidenum">
              <a:rPr lang="en-US" smtClean="0">
                <a:solidFill>
                  <a:srgbClr val="000000"/>
                </a:solidFill>
              </a:rPr>
              <a:pPr/>
              <a:t>32</a:t>
            </a:fld>
            <a:endParaRPr lang="en-US">
              <a:solidFill>
                <a:srgbClr val="000000"/>
              </a:solidFill>
            </a:endParaRPr>
          </a:p>
        </p:txBody>
      </p:sp>
    </p:spTree>
    <p:extLst>
      <p:ext uri="{BB962C8B-B14F-4D97-AF65-F5344CB8AC3E}">
        <p14:creationId xmlns:p14="http://schemas.microsoft.com/office/powerpoint/2010/main" val="29830372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BD40111-F93E-495F-9CD5-3E7781261B0D}" type="slidenum">
              <a:rPr lang="en-US">
                <a:solidFill>
                  <a:srgbClr val="000000"/>
                </a:solidFill>
              </a:rPr>
              <a:pPr/>
              <a:t>33</a:t>
            </a:fld>
            <a:endParaRPr lang="en-US">
              <a:solidFill>
                <a:srgbClr val="000000"/>
              </a:solidFill>
            </a:endParaRPr>
          </a:p>
        </p:txBody>
      </p:sp>
      <p:sp>
        <p:nvSpPr>
          <p:cNvPr id="2009090" name="Rectangle 2"/>
          <p:cNvSpPr>
            <a:spLocks noGrp="1" noRot="1" noChangeAspect="1" noChangeArrowheads="1" noTextEdit="1"/>
          </p:cNvSpPr>
          <p:nvPr>
            <p:ph type="sldImg"/>
          </p:nvPr>
        </p:nvSpPr>
        <p:spPr>
          <a:ln/>
        </p:spPr>
      </p:sp>
      <p:sp>
        <p:nvSpPr>
          <p:cNvPr id="2009091" name="Rectangle 3"/>
          <p:cNvSpPr>
            <a:spLocks noGrp="1" noChangeArrowheads="1"/>
          </p:cNvSpPr>
          <p:nvPr>
            <p:ph type="body" idx="1"/>
          </p:nvPr>
        </p:nvSpPr>
        <p:spPr/>
        <p:txBody>
          <a:bodyPr/>
          <a:lstStyle/>
          <a:p>
            <a:endParaRPr lang="en-AU" dirty="0"/>
          </a:p>
        </p:txBody>
      </p:sp>
    </p:spTree>
    <p:extLst>
      <p:ext uri="{BB962C8B-B14F-4D97-AF65-F5344CB8AC3E}">
        <p14:creationId xmlns:p14="http://schemas.microsoft.com/office/powerpoint/2010/main" val="30446611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7510AF98-2A13-456E-A1F8-513671122D60}" type="slidenum">
              <a:rPr lang="en-US" smtClean="0">
                <a:solidFill>
                  <a:srgbClr val="000000"/>
                </a:solidFill>
              </a:rPr>
              <a:pPr/>
              <a:t>34</a:t>
            </a:fld>
            <a:endParaRPr lang="en-US">
              <a:solidFill>
                <a:srgbClr val="000000"/>
              </a:solidFill>
            </a:endParaRPr>
          </a:p>
        </p:txBody>
      </p:sp>
    </p:spTree>
    <p:extLst>
      <p:ext uri="{BB962C8B-B14F-4D97-AF65-F5344CB8AC3E}">
        <p14:creationId xmlns:p14="http://schemas.microsoft.com/office/powerpoint/2010/main" val="13273645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p:cNvSpPr>
          <p:nvPr>
            <p:ph type="sldImg"/>
          </p:nvPr>
        </p:nvSpPr>
        <p:spPr bwMode="auto">
          <a:xfrm>
            <a:off x="992188" y="768350"/>
            <a:ext cx="5114925" cy="3836988"/>
          </a:xfrm>
          <a:prstGeom prst="rect">
            <a:avLst/>
          </a:prstGeom>
          <a:noFill/>
          <a:ln w="12700">
            <a:solidFill>
              <a:srgbClr val="000000"/>
            </a:solidFill>
            <a:miter lim="800000"/>
            <a:headEnd/>
            <a:tailEnd/>
          </a:ln>
        </p:spPr>
      </p:sp>
      <p:sp>
        <p:nvSpPr>
          <p:cNvPr id="82947" name="Notes Placeholder 2"/>
          <p:cNvSpPr>
            <a:spLocks noGrp="1"/>
          </p:cNvSpPr>
          <p:nvPr>
            <p:ph type="body" idx="1"/>
          </p:nvPr>
        </p:nvSpPr>
        <p:spPr bwMode="auto">
          <a:xfrm>
            <a:off x="709613" y="4862513"/>
            <a:ext cx="5680075" cy="4603750"/>
          </a:xfrm>
          <a:prstGeom prst="rect">
            <a:avLst/>
          </a:prstGeom>
          <a:noFill/>
          <a:ln>
            <a:miter lim="800000"/>
            <a:headEnd/>
            <a:tailEnd/>
          </a:ln>
        </p:spPr>
        <p:txBody>
          <a:bodyPr lIns="99048" tIns="49524" rIns="99048" bIns="49524"/>
          <a:lstStyle/>
          <a:p>
            <a:pPr marL="0" marR="0" indent="0" algn="l" defTabSz="762000" rtl="0" eaLnBrk="0" fontAlgn="base" latinLnBrk="0" hangingPunct="0">
              <a:lnSpc>
                <a:spcPct val="100000"/>
              </a:lnSpc>
              <a:spcBef>
                <a:spcPct val="30000"/>
              </a:spcBef>
              <a:spcAft>
                <a:spcPct val="0"/>
              </a:spcAft>
              <a:buClrTx/>
              <a:buSzTx/>
              <a:buFontTx/>
              <a:buNone/>
              <a:tabLst/>
              <a:defRPr/>
            </a:pPr>
            <a:endParaRPr lang="en-AU" dirty="0"/>
          </a:p>
        </p:txBody>
      </p:sp>
      <p:sp>
        <p:nvSpPr>
          <p:cNvPr id="82948" name="Date Placeholder 3"/>
          <p:cNvSpPr>
            <a:spLocks noGrp="1"/>
          </p:cNvSpPr>
          <p:nvPr>
            <p:ph type="dt" sz="quarter" idx="1"/>
          </p:nvPr>
        </p:nvSpPr>
        <p:spPr>
          <a:noFill/>
        </p:spPr>
        <p:txBody>
          <a:bodyPr/>
          <a:lstStyle/>
          <a:p>
            <a:r>
              <a:rPr lang="de-DE">
                <a:solidFill>
                  <a:srgbClr val="C0504D"/>
                </a:solidFill>
                <a:latin typeface="Times New Roman" pitchFamily="18" charset="0"/>
              </a:rPr>
              <a:t>Lecture – 15 April 2010</a:t>
            </a:r>
          </a:p>
        </p:txBody>
      </p:sp>
      <p:sp>
        <p:nvSpPr>
          <p:cNvPr id="82949" name="Slide Number Placeholder 4"/>
          <p:cNvSpPr>
            <a:spLocks noGrp="1"/>
          </p:cNvSpPr>
          <p:nvPr>
            <p:ph type="sldNum" sz="quarter" idx="5"/>
          </p:nvPr>
        </p:nvSpPr>
        <p:spPr>
          <a:noFill/>
        </p:spPr>
        <p:txBody>
          <a:bodyPr/>
          <a:lstStyle/>
          <a:p>
            <a:fld id="{B3784155-CEA6-40AF-BF62-FC6F4A1EA3AF}" type="slidenum">
              <a:rPr lang="de-DE" smtClean="0">
                <a:solidFill>
                  <a:srgbClr val="C0504D"/>
                </a:solidFill>
                <a:latin typeface="Times New Roman" pitchFamily="18" charset="0"/>
              </a:rPr>
              <a:pPr/>
              <a:t>35</a:t>
            </a:fld>
            <a:endParaRPr lang="de-DE">
              <a:solidFill>
                <a:srgbClr val="C0504D"/>
              </a:solidFill>
              <a:latin typeface="Times New Roman" pitchFamily="18" charset="0"/>
            </a:endParaRPr>
          </a:p>
        </p:txBody>
      </p:sp>
      <p:sp>
        <p:nvSpPr>
          <p:cNvPr id="6" name="Footer Placeholder 5"/>
          <p:cNvSpPr>
            <a:spLocks noGrp="1"/>
          </p:cNvSpPr>
          <p:nvPr>
            <p:ph type="ftr" sz="quarter" idx="4"/>
          </p:nvPr>
        </p:nvSpPr>
        <p:spPr/>
        <p:txBody>
          <a:bodyPr/>
          <a:lstStyle/>
          <a:p>
            <a:pPr>
              <a:defRPr/>
            </a:pPr>
            <a:r>
              <a:rPr lang="de-DE">
                <a:solidFill>
                  <a:srgbClr val="C0504D"/>
                </a:solidFill>
              </a:rPr>
              <a:t>QUT Brisbane, Dr Jan Recker</a:t>
            </a:r>
          </a:p>
        </p:txBody>
      </p:sp>
      <p:sp>
        <p:nvSpPr>
          <p:cNvPr id="82951" name="Header Placeholder 6"/>
          <p:cNvSpPr>
            <a:spLocks noGrp="1"/>
          </p:cNvSpPr>
          <p:nvPr>
            <p:ph type="hdr" sz="quarter"/>
          </p:nvPr>
        </p:nvSpPr>
        <p:spPr>
          <a:noFill/>
        </p:spPr>
        <p:txBody>
          <a:bodyPr/>
          <a:lstStyle/>
          <a:p>
            <a:r>
              <a:rPr lang="de-DE">
                <a:solidFill>
                  <a:srgbClr val="C0504D"/>
                </a:solidFill>
                <a:latin typeface="Times New Roman" pitchFamily="18" charset="0"/>
              </a:rPr>
              <a:t>INB.INN321 – Business Process Management</a:t>
            </a:r>
          </a:p>
        </p:txBody>
      </p:sp>
    </p:spTree>
    <p:extLst>
      <p:ext uri="{BB962C8B-B14F-4D97-AF65-F5344CB8AC3E}">
        <p14:creationId xmlns:p14="http://schemas.microsoft.com/office/powerpoint/2010/main" val="30646691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p:cNvSpPr>
          <p:nvPr>
            <p:ph type="sldImg"/>
          </p:nvPr>
        </p:nvSpPr>
        <p:spPr bwMode="auto">
          <a:xfrm>
            <a:off x="992188" y="768350"/>
            <a:ext cx="5114925" cy="3836988"/>
          </a:xfrm>
          <a:prstGeom prst="rect">
            <a:avLst/>
          </a:prstGeom>
          <a:noFill/>
          <a:ln w="12700">
            <a:solidFill>
              <a:srgbClr val="000000"/>
            </a:solidFill>
            <a:miter lim="800000"/>
            <a:headEnd/>
            <a:tailEnd/>
          </a:ln>
        </p:spPr>
      </p:sp>
      <p:sp>
        <p:nvSpPr>
          <p:cNvPr id="82947" name="Notes Placeholder 2"/>
          <p:cNvSpPr>
            <a:spLocks noGrp="1"/>
          </p:cNvSpPr>
          <p:nvPr>
            <p:ph type="body" idx="1"/>
          </p:nvPr>
        </p:nvSpPr>
        <p:spPr bwMode="auto">
          <a:xfrm>
            <a:off x="709613" y="4862513"/>
            <a:ext cx="5680075" cy="4603750"/>
          </a:xfrm>
          <a:prstGeom prst="rect">
            <a:avLst/>
          </a:prstGeom>
          <a:noFill/>
          <a:ln>
            <a:miter lim="800000"/>
            <a:headEnd/>
            <a:tailEnd/>
          </a:ln>
        </p:spPr>
        <p:txBody>
          <a:bodyPr lIns="99048" tIns="49524" rIns="99048" bIns="49524"/>
          <a:lstStyle/>
          <a:p>
            <a:pPr marL="0" marR="0" indent="0" algn="l" defTabSz="762000" rtl="0" eaLnBrk="0" fontAlgn="base" latinLnBrk="0" hangingPunct="0">
              <a:lnSpc>
                <a:spcPct val="100000"/>
              </a:lnSpc>
              <a:spcBef>
                <a:spcPct val="30000"/>
              </a:spcBef>
              <a:spcAft>
                <a:spcPct val="0"/>
              </a:spcAft>
              <a:buClrTx/>
              <a:buSzTx/>
              <a:buFontTx/>
              <a:buNone/>
              <a:tabLst/>
              <a:defRPr/>
            </a:pPr>
            <a:endParaRPr lang="en-AU" dirty="0"/>
          </a:p>
        </p:txBody>
      </p:sp>
      <p:sp>
        <p:nvSpPr>
          <p:cNvPr id="82948" name="Date Placeholder 3"/>
          <p:cNvSpPr>
            <a:spLocks noGrp="1"/>
          </p:cNvSpPr>
          <p:nvPr>
            <p:ph type="dt" sz="quarter" idx="1"/>
          </p:nvPr>
        </p:nvSpPr>
        <p:spPr>
          <a:noFill/>
        </p:spPr>
        <p:txBody>
          <a:bodyPr/>
          <a:lstStyle/>
          <a:p>
            <a:r>
              <a:rPr lang="de-DE">
                <a:solidFill>
                  <a:srgbClr val="C0504D"/>
                </a:solidFill>
                <a:latin typeface="Times New Roman" pitchFamily="18" charset="0"/>
              </a:rPr>
              <a:t>Lecture – 15 April 2010</a:t>
            </a:r>
          </a:p>
        </p:txBody>
      </p:sp>
      <p:sp>
        <p:nvSpPr>
          <p:cNvPr id="82949" name="Slide Number Placeholder 4"/>
          <p:cNvSpPr>
            <a:spLocks noGrp="1"/>
          </p:cNvSpPr>
          <p:nvPr>
            <p:ph type="sldNum" sz="quarter" idx="5"/>
          </p:nvPr>
        </p:nvSpPr>
        <p:spPr>
          <a:noFill/>
        </p:spPr>
        <p:txBody>
          <a:bodyPr/>
          <a:lstStyle/>
          <a:p>
            <a:fld id="{B3784155-CEA6-40AF-BF62-FC6F4A1EA3AF}" type="slidenum">
              <a:rPr lang="de-DE" smtClean="0">
                <a:solidFill>
                  <a:srgbClr val="C0504D"/>
                </a:solidFill>
                <a:latin typeface="Times New Roman" pitchFamily="18" charset="0"/>
              </a:rPr>
              <a:pPr/>
              <a:t>36</a:t>
            </a:fld>
            <a:endParaRPr lang="de-DE">
              <a:solidFill>
                <a:srgbClr val="C0504D"/>
              </a:solidFill>
              <a:latin typeface="Times New Roman" pitchFamily="18" charset="0"/>
            </a:endParaRPr>
          </a:p>
        </p:txBody>
      </p:sp>
      <p:sp>
        <p:nvSpPr>
          <p:cNvPr id="6" name="Footer Placeholder 5"/>
          <p:cNvSpPr>
            <a:spLocks noGrp="1"/>
          </p:cNvSpPr>
          <p:nvPr>
            <p:ph type="ftr" sz="quarter" idx="4"/>
          </p:nvPr>
        </p:nvSpPr>
        <p:spPr/>
        <p:txBody>
          <a:bodyPr/>
          <a:lstStyle/>
          <a:p>
            <a:pPr>
              <a:defRPr/>
            </a:pPr>
            <a:r>
              <a:rPr lang="de-DE">
                <a:solidFill>
                  <a:srgbClr val="C0504D"/>
                </a:solidFill>
              </a:rPr>
              <a:t>QUT Brisbane, Dr Jan Recker</a:t>
            </a:r>
          </a:p>
        </p:txBody>
      </p:sp>
      <p:sp>
        <p:nvSpPr>
          <p:cNvPr id="82951" name="Header Placeholder 6"/>
          <p:cNvSpPr>
            <a:spLocks noGrp="1"/>
          </p:cNvSpPr>
          <p:nvPr>
            <p:ph type="hdr" sz="quarter"/>
          </p:nvPr>
        </p:nvSpPr>
        <p:spPr>
          <a:noFill/>
        </p:spPr>
        <p:txBody>
          <a:bodyPr/>
          <a:lstStyle/>
          <a:p>
            <a:r>
              <a:rPr lang="de-DE">
                <a:solidFill>
                  <a:srgbClr val="C0504D"/>
                </a:solidFill>
                <a:latin typeface="Times New Roman" pitchFamily="18" charset="0"/>
              </a:rPr>
              <a:t>INB.INN321 – Business Process Management</a:t>
            </a:r>
          </a:p>
        </p:txBody>
      </p:sp>
    </p:spTree>
    <p:extLst>
      <p:ext uri="{BB962C8B-B14F-4D97-AF65-F5344CB8AC3E}">
        <p14:creationId xmlns:p14="http://schemas.microsoft.com/office/powerpoint/2010/main" val="32136849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sphere1.png"/>
          <p:cNvPicPr>
            <a:picLocks noChangeAspect="1"/>
          </p:cNvPicPr>
          <p:nvPr/>
        </p:nvPicPr>
        <p:blipFill>
          <a:blip r:embed="rId2" cstate="print"/>
          <a:stretch>
            <a:fillRect/>
          </a:stretch>
        </p:blipFill>
        <p:spPr>
          <a:xfrm>
            <a:off x="6850374" y="0"/>
            <a:ext cx="2293626" cy="6858000"/>
          </a:xfrm>
          <a:prstGeom prst="rect">
            <a:avLst/>
          </a:prstGeom>
        </p:spPr>
      </p:pic>
      <p:sp>
        <p:nvSpPr>
          <p:cNvPr id="3" name="Subtitle 2"/>
          <p:cNvSpPr>
            <a:spLocks noGrp="1"/>
          </p:cNvSpPr>
          <p:nvPr>
            <p:ph type="subTitle" idx="1"/>
          </p:nvPr>
        </p:nvSpPr>
        <p:spPr>
          <a:xfrm>
            <a:off x="2438400" y="3581400"/>
            <a:ext cx="3962400" cy="2133600"/>
          </a:xfrm>
        </p:spPr>
        <p:txBody>
          <a:bodyPr anchor="t">
            <a:normAutofit/>
          </a:bodyPr>
          <a:lstStyle>
            <a:lvl1pPr marL="0" indent="0" algn="r">
              <a:buNone/>
              <a:defRPr sz="14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6" name="Title 15"/>
          <p:cNvSpPr>
            <a:spLocks noGrp="1"/>
          </p:cNvSpPr>
          <p:nvPr>
            <p:ph type="title"/>
          </p:nvPr>
        </p:nvSpPr>
        <p:spPr>
          <a:xfrm>
            <a:off x="2438400" y="1447800"/>
            <a:ext cx="3962400" cy="2133600"/>
          </a:xfrm>
        </p:spPr>
        <p:txBody>
          <a:bodyPr anchor="b"/>
          <a:lstStyle/>
          <a:p>
            <a:r>
              <a:rPr lang="en-US"/>
              <a:t>Click to edit Master title style</a:t>
            </a:r>
            <a:endParaRPr lang="en-US" dirty="0"/>
          </a:p>
        </p:txBody>
      </p:sp>
      <p:sp>
        <p:nvSpPr>
          <p:cNvPr id="13" name="Date Placeholder 12"/>
          <p:cNvSpPr>
            <a:spLocks noGrp="1"/>
          </p:cNvSpPr>
          <p:nvPr>
            <p:ph type="dt" sz="half" idx="10"/>
          </p:nvPr>
        </p:nvSpPr>
        <p:spPr>
          <a:xfrm>
            <a:off x="3582988" y="6426201"/>
            <a:ext cx="2819399" cy="126999"/>
          </a:xfrm>
        </p:spPr>
        <p:txBody>
          <a:bodyPr/>
          <a:lstStyle/>
          <a:p>
            <a:fld id="{D9353449-92E2-42DD-AD92-1BBAFE29EE09}" type="datetime1">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4" name="Slide Number Placeholder 13"/>
          <p:cNvSpPr>
            <a:spLocks noGrp="1"/>
          </p:cNvSpPr>
          <p:nvPr>
            <p:ph type="sldNum" sz="quarter" idx="11"/>
          </p:nvPr>
        </p:nvSpPr>
        <p:spPr>
          <a:xfrm>
            <a:off x="6414976" y="6400800"/>
            <a:ext cx="457200" cy="152400"/>
          </a:xfrm>
        </p:spPr>
        <p:txBody>
          <a:bodyPr/>
          <a:lstStyle>
            <a:lvl1pPr algn="r">
              <a:defRPr/>
            </a:lvl1p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a:xfrm>
            <a:off x="3581400" y="6296248"/>
            <a:ext cx="2820987" cy="152400"/>
          </a:xfrm>
        </p:spPr>
        <p:txBody>
          <a:bodyPr/>
          <a:lstStyle/>
          <a:p>
            <a:endParaRPr lang="en-AU">
              <a:solidFill>
                <a:prstClr val="black"/>
              </a:solidFill>
            </a:endParaRPr>
          </a:p>
        </p:txBody>
      </p:sp>
    </p:spTree>
    <p:extLst>
      <p:ext uri="{BB962C8B-B14F-4D97-AF65-F5344CB8AC3E}">
        <p14:creationId xmlns:p14="http://schemas.microsoft.com/office/powerpoint/2010/main" val="125549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340768"/>
            <a:ext cx="8136904" cy="4824536"/>
          </a:xfrm>
        </p:spPr>
        <p:txBody>
          <a:bodyPr anchor="t">
            <a:normAutofit/>
          </a:bodyPr>
          <a:lstStyle>
            <a:lvl1pPr marL="182880" indent="-182880" algn="l">
              <a:buFont typeface="Arial" pitchFamily="34" charset="0"/>
              <a:buChar char="•"/>
              <a:defRPr sz="2400">
                <a:solidFill>
                  <a:schemeClr val="tx1">
                    <a:lumMod val="75000"/>
                    <a:lumOff val="25000"/>
                  </a:schemeClr>
                </a:solidFill>
              </a:defRPr>
            </a:lvl1pPr>
            <a:lvl2pPr marL="411480" indent="-182880" algn="l">
              <a:buFont typeface="Arial" pitchFamily="34" charset="0"/>
              <a:buChar char="•"/>
              <a:defRPr sz="1800">
                <a:solidFill>
                  <a:schemeClr val="tx1">
                    <a:lumMod val="75000"/>
                    <a:lumOff val="25000"/>
                  </a:schemeClr>
                </a:solidFill>
              </a:defRPr>
            </a:lvl2pPr>
            <a:lvl3pPr marL="594360" indent="-182880" algn="l">
              <a:buFont typeface="Arial" pitchFamily="34" charset="0"/>
              <a:buChar char="•"/>
              <a:defRPr sz="1800">
                <a:solidFill>
                  <a:schemeClr val="tx1">
                    <a:lumMod val="75000"/>
                    <a:lumOff val="25000"/>
                  </a:schemeClr>
                </a:solidFill>
              </a:defRPr>
            </a:lvl3pPr>
            <a:lvl4pPr marL="777240" indent="-182880" algn="l">
              <a:buFont typeface="Arial" pitchFamily="34" charset="0"/>
              <a:buChar char="•"/>
              <a:defRPr sz="1800">
                <a:solidFill>
                  <a:schemeClr val="tx1">
                    <a:lumMod val="75000"/>
                    <a:lumOff val="25000"/>
                  </a:schemeClr>
                </a:solidFill>
              </a:defRPr>
            </a:lvl4pPr>
            <a:lvl5pPr marL="960120" indent="-182880" algn="l">
              <a:buFont typeface="Arial" pitchFamily="34" charset="0"/>
              <a:buChar char="•"/>
              <a:defRPr sz="1800">
                <a:solidFill>
                  <a:schemeClr val="tx1">
                    <a:lumMod val="75000"/>
                    <a:lumOff val="25000"/>
                  </a:schemeClr>
                </a:solidFill>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5"/>
          <p:cNvSpPr>
            <a:spLocks noGrp="1"/>
          </p:cNvSpPr>
          <p:nvPr>
            <p:ph type="title"/>
          </p:nvPr>
        </p:nvSpPr>
        <p:spPr>
          <a:xfrm>
            <a:off x="467544" y="260648"/>
            <a:ext cx="8064896" cy="792088"/>
          </a:xfrm>
        </p:spPr>
        <p:txBody>
          <a:bodyPr>
            <a:normAutofit/>
          </a:bodyPr>
          <a:lstStyle>
            <a:lvl1pPr algn="l">
              <a:defRPr sz="3200">
                <a:solidFill>
                  <a:srgbClr val="C00000"/>
                </a:solidFill>
              </a:defRPr>
            </a:lvl1pPr>
          </a:lstStyle>
          <a:p>
            <a:r>
              <a:rPr lang="en-US" dirty="0"/>
              <a:t>Click to edit Master title style</a:t>
            </a:r>
          </a:p>
        </p:txBody>
      </p:sp>
      <p:sp>
        <p:nvSpPr>
          <p:cNvPr id="10" name="Date Placeholder 9"/>
          <p:cNvSpPr>
            <a:spLocks noGrp="1"/>
          </p:cNvSpPr>
          <p:nvPr>
            <p:ph type="dt" sz="half" idx="10"/>
          </p:nvPr>
        </p:nvSpPr>
        <p:spPr/>
        <p:txBody>
          <a:bodyPr/>
          <a:lstStyle/>
          <a:p>
            <a:fld id="{8AE3661A-AFE1-42BC-A0BF-942AEE00EDDE}" type="datetime1">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1" name="Slide Number Placeholder 10"/>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2" name="Footer Placeholder 11"/>
          <p:cNvSpPr>
            <a:spLocks noGrp="1"/>
          </p:cNvSpPr>
          <p:nvPr>
            <p:ph type="ftr" sz="quarter" idx="12"/>
          </p:nvPr>
        </p:nvSpPr>
        <p:spPr/>
        <p:txBody>
          <a:bodyPr/>
          <a:lstStyle/>
          <a:p>
            <a:endParaRPr lang="en-AU">
              <a:solidFill>
                <a:prstClr val="black"/>
              </a:solidFill>
            </a:endParaRPr>
          </a:p>
        </p:txBody>
      </p:sp>
      <p:sp>
        <p:nvSpPr>
          <p:cNvPr id="7" name="TextBox 6"/>
          <p:cNvSpPr txBox="1"/>
          <p:nvPr userDrawn="1"/>
        </p:nvSpPr>
        <p:spPr>
          <a:xfrm>
            <a:off x="7019819" y="6604857"/>
            <a:ext cx="1301959" cy="261610"/>
          </a:xfrm>
          <a:prstGeom prst="rect">
            <a:avLst/>
          </a:prstGeom>
          <a:noFill/>
        </p:spPr>
        <p:txBody>
          <a:bodyPr wrap="none" rtlCol="0">
            <a:spAutoFit/>
          </a:bodyPr>
          <a:lstStyle/>
          <a:p>
            <a:r>
              <a:rPr lang="en-US" sz="1100" dirty="0">
                <a:solidFill>
                  <a:srgbClr val="7F7F7F"/>
                </a:solidFill>
              </a:rPr>
              <a:t>© Marcello La Rosa</a:t>
            </a:r>
          </a:p>
        </p:txBody>
      </p:sp>
      <p:pic>
        <p:nvPicPr>
          <p:cNvPr id="8" name="Picture 7" descr="http://www.idpblog.me/idp-en/wp-content/uploads/2012/09/Queensland-University-of-Technology_Logo1.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1440" y="6463547"/>
            <a:ext cx="1099820" cy="3244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4064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7" name="Picture 6" descr="sphere1.png"/>
          <p:cNvPicPr>
            <a:picLocks noChangeAspect="1"/>
          </p:cNvPicPr>
          <p:nvPr/>
        </p:nvPicPr>
        <p:blipFill>
          <a:blip r:embed="rId2" cstate="print"/>
          <a:stretch>
            <a:fillRect/>
          </a:stretch>
        </p:blipFill>
        <p:spPr>
          <a:xfrm>
            <a:off x="6858000" y="0"/>
            <a:ext cx="2293626" cy="6858000"/>
          </a:xfrm>
          <a:prstGeom prst="rect">
            <a:avLst/>
          </a:prstGeom>
        </p:spPr>
      </p:pic>
      <p:sp>
        <p:nvSpPr>
          <p:cNvPr id="12" name="Date Placeholder 11"/>
          <p:cNvSpPr>
            <a:spLocks noGrp="1"/>
          </p:cNvSpPr>
          <p:nvPr>
            <p:ph type="dt" sz="half" idx="10"/>
          </p:nvPr>
        </p:nvSpPr>
        <p:spPr>
          <a:xfrm>
            <a:off x="839788" y="6426201"/>
            <a:ext cx="2819399" cy="126999"/>
          </a:xfrm>
        </p:spPr>
        <p:txBody>
          <a:bodyPr/>
          <a:lstStyle/>
          <a:p>
            <a:fld id="{AD125D29-6949-464A-B5DA-0A8121F0E296}" type="datetime1">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3" name="Slide Number Placeholder 12"/>
          <p:cNvSpPr>
            <a:spLocks noGrp="1"/>
          </p:cNvSpPr>
          <p:nvPr>
            <p:ph type="sldNum" sz="quarter" idx="11"/>
          </p:nvPr>
        </p:nvSpPr>
        <p:spPr>
          <a:xfrm>
            <a:off x="4116388" y="6400800"/>
            <a:ext cx="533400" cy="152400"/>
          </a:xfrm>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4" name="Footer Placeholder 13"/>
          <p:cNvSpPr>
            <a:spLocks noGrp="1"/>
          </p:cNvSpPr>
          <p:nvPr>
            <p:ph type="ftr" sz="quarter" idx="12"/>
          </p:nvPr>
        </p:nvSpPr>
        <p:spPr>
          <a:xfrm>
            <a:off x="838200" y="6296248"/>
            <a:ext cx="2820987" cy="152400"/>
          </a:xfrm>
        </p:spPr>
        <p:txBody>
          <a:bodyPr/>
          <a:lstStyle/>
          <a:p>
            <a:endParaRPr lang="en-AU">
              <a:solidFill>
                <a:prstClr val="black"/>
              </a:solidFill>
            </a:endParaRPr>
          </a:p>
        </p:txBody>
      </p:sp>
      <p:sp>
        <p:nvSpPr>
          <p:cNvPr id="15" name="Title 14"/>
          <p:cNvSpPr>
            <a:spLocks noGrp="1"/>
          </p:cNvSpPr>
          <p:nvPr>
            <p:ph type="title"/>
          </p:nvPr>
        </p:nvSpPr>
        <p:spPr>
          <a:xfrm>
            <a:off x="457200" y="1828800"/>
            <a:ext cx="3200400" cy="1752600"/>
          </a:xfrm>
        </p:spPr>
        <p:txBody>
          <a:bodyPr anchor="b"/>
          <a:lstStyle/>
          <a:p>
            <a:r>
              <a:rPr lang="en-US"/>
              <a:t>Click to edit Master title style</a:t>
            </a:r>
          </a:p>
        </p:txBody>
      </p:sp>
      <p:sp>
        <p:nvSpPr>
          <p:cNvPr id="3" name="Text Placeholder 2"/>
          <p:cNvSpPr>
            <a:spLocks noGrp="1"/>
          </p:cNvSpPr>
          <p:nvPr>
            <p:ph type="body" sz="quarter" idx="13"/>
          </p:nvPr>
        </p:nvSpPr>
        <p:spPr>
          <a:xfrm>
            <a:off x="457200" y="3578224"/>
            <a:ext cx="3200645" cy="1459767"/>
          </a:xfrm>
        </p:spPr>
        <p:txBody>
          <a:bodyPr anchor="t">
            <a:normAutofit/>
          </a:bodyPr>
          <a:lstStyle>
            <a:lvl1pPr marL="0" indent="0" algn="r" defTabSz="914400" rtl="0" eaLnBrk="1" latinLnBrk="0" hangingPunct="1">
              <a:spcBef>
                <a:spcPct val="20000"/>
              </a:spcBef>
              <a:buClr>
                <a:schemeClr val="tx1">
                  <a:lumMod val="50000"/>
                  <a:lumOff val="50000"/>
                </a:schemeClr>
              </a:buClr>
              <a:buFont typeface="Wingdings" pitchFamily="2" charset="2"/>
              <a:buNone/>
              <a:defRPr lang="en-US" sz="1400" kern="1200" dirty="0" smtClean="0">
                <a:solidFill>
                  <a:schemeClr val="tx2"/>
                </a:solidFill>
                <a:latin typeface="+mn-lt"/>
                <a:ea typeface="+mn-ea"/>
                <a:cs typeface="+mn-cs"/>
              </a:defRPr>
            </a:lvl1pPr>
          </a:lstStyle>
          <a:p>
            <a:pPr lvl="0"/>
            <a:r>
              <a:rPr lang="en-US"/>
              <a:t>Click to edit Master text styles</a:t>
            </a:r>
          </a:p>
        </p:txBody>
      </p:sp>
    </p:spTree>
    <p:extLst>
      <p:ext uri="{BB962C8B-B14F-4D97-AF65-F5344CB8AC3E}">
        <p14:creationId xmlns:p14="http://schemas.microsoft.com/office/powerpoint/2010/main" val="2840177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3429000"/>
            <a:ext cx="3124200" cy="2667000"/>
          </a:xfrm>
        </p:spPr>
        <p:txBody>
          <a:bodyPr>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7200" y="457200"/>
            <a:ext cx="3124200" cy="2667000"/>
          </a:xfrm>
        </p:spPr>
        <p:txBody>
          <a:bodyPr>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
          <p:cNvSpPr>
            <a:spLocks noGrp="1"/>
          </p:cNvSpPr>
          <p:nvPr>
            <p:ph type="title"/>
          </p:nvPr>
        </p:nvSpPr>
        <p:spPr>
          <a:xfrm>
            <a:off x="4876800" y="457200"/>
            <a:ext cx="2819400" cy="5714999"/>
          </a:xfrm>
        </p:spPr>
        <p:txBody>
          <a:bodyPr/>
          <a:lstStyle/>
          <a:p>
            <a:r>
              <a:rPr lang="en-US"/>
              <a:t>Click to edit Master title style</a:t>
            </a:r>
          </a:p>
        </p:txBody>
      </p:sp>
      <p:sp>
        <p:nvSpPr>
          <p:cNvPr id="9" name="Date Placeholder 8"/>
          <p:cNvSpPr>
            <a:spLocks noGrp="1"/>
          </p:cNvSpPr>
          <p:nvPr>
            <p:ph type="dt" sz="half" idx="10"/>
          </p:nvPr>
        </p:nvSpPr>
        <p:spPr/>
        <p:txBody>
          <a:bodyPr/>
          <a:lstStyle/>
          <a:p>
            <a:fld id="{C5883965-65CA-43A2-B1CA-5AE6A1973355}" type="datetime1">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3" name="Slide Number Placeholder 12"/>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4" name="Footer Placeholder 13"/>
          <p:cNvSpPr>
            <a:spLocks noGrp="1"/>
          </p:cNvSpPr>
          <p:nvPr>
            <p:ph type="ftr" sz="quarter" idx="12"/>
          </p:nvPr>
        </p:nvSpPr>
        <p:spPr/>
        <p:txBody>
          <a:bodyPr/>
          <a:lstStyle/>
          <a:p>
            <a:endParaRPr lang="en-AU">
              <a:solidFill>
                <a:prstClr val="black"/>
              </a:solidFill>
            </a:endParaRPr>
          </a:p>
        </p:txBody>
      </p:sp>
      <p:sp>
        <p:nvSpPr>
          <p:cNvPr id="8" name="TextBox 7"/>
          <p:cNvSpPr txBox="1"/>
          <p:nvPr userDrawn="1"/>
        </p:nvSpPr>
        <p:spPr>
          <a:xfrm>
            <a:off x="7019819" y="6604857"/>
            <a:ext cx="1301959" cy="261610"/>
          </a:xfrm>
          <a:prstGeom prst="rect">
            <a:avLst/>
          </a:prstGeom>
          <a:noFill/>
        </p:spPr>
        <p:txBody>
          <a:bodyPr wrap="none" rtlCol="0">
            <a:spAutoFit/>
          </a:bodyPr>
          <a:lstStyle/>
          <a:p>
            <a:r>
              <a:rPr lang="en-US" sz="1100" dirty="0">
                <a:solidFill>
                  <a:srgbClr val="7F7F7F"/>
                </a:solidFill>
              </a:rPr>
              <a:t>© Marcello La Rosa</a:t>
            </a:r>
          </a:p>
        </p:txBody>
      </p:sp>
    </p:spTree>
    <p:extLst>
      <p:ext uri="{BB962C8B-B14F-4D97-AF65-F5344CB8AC3E}">
        <p14:creationId xmlns:p14="http://schemas.microsoft.com/office/powerpoint/2010/main" val="970880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275238"/>
            <a:ext cx="3581400" cy="411162"/>
          </a:xfrm>
        </p:spPr>
        <p:txBody>
          <a:bodyPr anchor="b">
            <a:noAutofit/>
          </a:bodyPr>
          <a:lstStyle>
            <a:lvl1pPr marL="0" indent="0" algn="ctr">
              <a:buNone/>
              <a:defRPr sz="1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675288"/>
            <a:ext cx="3581400" cy="2525112"/>
          </a:xfrm>
        </p:spPr>
        <p:txBody>
          <a:bodyPr anchor="t">
            <a:normAutofit/>
          </a:bodyPr>
          <a:lstStyle>
            <a:lvl1pPr marL="228600" indent="-182880">
              <a:defRPr sz="1400"/>
            </a:lvl1pPr>
            <a:lvl2pPr>
              <a:defRPr sz="1400"/>
            </a:lvl2pPr>
            <a:lvl3pPr>
              <a:defRPr sz="1400"/>
            </a:lvl3pPr>
            <a:lvl4pPr>
              <a:defRPr sz="1400" baseline="0"/>
            </a:lvl4pPr>
            <a:lvl5pPr>
              <a:buFont typeface="Wingdings" pitchFamily="2" charset="2"/>
              <a:buChar char="§"/>
              <a:defRPr sz="1400"/>
            </a:lvl5pPr>
            <a:lvl6pPr>
              <a:buFont typeface="Wingdings" pitchFamily="2" charset="2"/>
              <a:buChar cha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7199" y="3429000"/>
            <a:ext cx="3581400" cy="411162"/>
          </a:xfrm>
        </p:spPr>
        <p:txBody>
          <a:bodyPr anchor="b">
            <a:noAutofit/>
          </a:bodyPr>
          <a:lstStyle>
            <a:lvl1pPr marL="0" indent="0" algn="ctr">
              <a:buNone/>
              <a:defRPr sz="1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57199" y="3840162"/>
            <a:ext cx="3581400" cy="2515198"/>
          </a:xfrm>
        </p:spPr>
        <p:txBody>
          <a:bodyPr anchor="t">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
          <p:cNvSpPr>
            <a:spLocks noGrp="1"/>
          </p:cNvSpPr>
          <p:nvPr>
            <p:ph type="title"/>
          </p:nvPr>
        </p:nvSpPr>
        <p:spPr>
          <a:xfrm>
            <a:off x="4876800" y="457200"/>
            <a:ext cx="2819400" cy="5714999"/>
          </a:xfrm>
        </p:spPr>
        <p:txBody>
          <a:bodyPr/>
          <a:lstStyle/>
          <a:p>
            <a:r>
              <a:rPr lang="en-US"/>
              <a:t>Click to edit Master title style</a:t>
            </a:r>
          </a:p>
        </p:txBody>
      </p:sp>
      <p:sp>
        <p:nvSpPr>
          <p:cNvPr id="12" name="Date Placeholder 11"/>
          <p:cNvSpPr>
            <a:spLocks noGrp="1"/>
          </p:cNvSpPr>
          <p:nvPr>
            <p:ph type="dt" sz="half" idx="10"/>
          </p:nvPr>
        </p:nvSpPr>
        <p:spPr/>
        <p:txBody>
          <a:bodyPr/>
          <a:lstStyle/>
          <a:p>
            <a:fld id="{3A197E7D-51C4-424A-B770-3F57A39C62F2}" type="datetime1">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6" name="Footer Placeholder 15"/>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147456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733800" y="457200"/>
            <a:ext cx="3962400" cy="5715000"/>
          </a:xfrm>
        </p:spPr>
        <p:txBody>
          <a:bodyPr/>
          <a:lstStyle/>
          <a:p>
            <a:r>
              <a:rPr lang="en-US"/>
              <a:t>Click to edit Master title style</a:t>
            </a:r>
            <a:endParaRPr lang="en-US" dirty="0"/>
          </a:p>
        </p:txBody>
      </p:sp>
      <p:sp>
        <p:nvSpPr>
          <p:cNvPr id="9" name="Date Placeholder 8"/>
          <p:cNvSpPr>
            <a:spLocks noGrp="1"/>
          </p:cNvSpPr>
          <p:nvPr>
            <p:ph type="dt" sz="half" idx="10"/>
          </p:nvPr>
        </p:nvSpPr>
        <p:spPr/>
        <p:txBody>
          <a:bodyPr/>
          <a:lstStyle/>
          <a:p>
            <a:fld id="{95F38875-2069-4700-92EA-BBA64C41FBCC}" type="datetime1">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0" name="Slide Number Placeholder 9"/>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1" name="Footer Placeholder 10"/>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2560222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2EAC3762-A3E9-42E7-8357-2F5039C7E9C7}" type="datetime1">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9" name="Slide Number Placeholder 8"/>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0" name="Footer Placeholder 9"/>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2566349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81600" y="1676400"/>
            <a:ext cx="2514600" cy="1874837"/>
          </a:xfrm>
        </p:spPr>
        <p:txBody>
          <a:bodyPr anchor="b">
            <a:normAutofit/>
          </a:bodyPr>
          <a:lstStyle>
            <a:lvl1pPr algn="r">
              <a:defRPr sz="2000" b="0">
                <a:effectLst/>
              </a:defRPr>
            </a:lvl1pPr>
          </a:lstStyle>
          <a:p>
            <a:r>
              <a:rPr lang="en-US"/>
              <a:t>Click to edit Master title style</a:t>
            </a:r>
            <a:endParaRPr lang="en-US" dirty="0"/>
          </a:p>
        </p:txBody>
      </p:sp>
      <p:sp>
        <p:nvSpPr>
          <p:cNvPr id="3" name="Content Placeholder 2"/>
          <p:cNvSpPr>
            <a:spLocks noGrp="1"/>
          </p:cNvSpPr>
          <p:nvPr>
            <p:ph idx="1"/>
          </p:nvPr>
        </p:nvSpPr>
        <p:spPr>
          <a:xfrm>
            <a:off x="304800" y="1676400"/>
            <a:ext cx="4700016" cy="3505200"/>
          </a:xfrm>
        </p:spPr>
        <p:txBody>
          <a:bodyPr>
            <a:normAutofit/>
          </a:bodyPr>
          <a:lstStyle>
            <a:lvl1pPr marL="228600" indent="-182880">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3"/>
          <p:cNvSpPr>
            <a:spLocks noGrp="1"/>
          </p:cNvSpPr>
          <p:nvPr>
            <p:ph type="body" sz="half" idx="2"/>
          </p:nvPr>
        </p:nvSpPr>
        <p:spPr>
          <a:xfrm>
            <a:off x="5486400" y="3552372"/>
            <a:ext cx="2209800" cy="1629228"/>
          </a:xfrm>
        </p:spPr>
        <p:txBody>
          <a:bodyPr anchor="t">
            <a:normAutofit/>
          </a:bodyPr>
          <a:lstStyle>
            <a:lvl1pPr marL="0" indent="0" algn="r">
              <a:buNone/>
              <a:defRPr sz="12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5" name="Date Placeholder 14"/>
          <p:cNvSpPr>
            <a:spLocks noGrp="1"/>
          </p:cNvSpPr>
          <p:nvPr>
            <p:ph type="dt" sz="half" idx="10"/>
          </p:nvPr>
        </p:nvSpPr>
        <p:spPr/>
        <p:txBody>
          <a:bodyPr/>
          <a:lstStyle/>
          <a:p>
            <a:fld id="{CF05BBAA-C25D-4B92-A7FF-40EAAEF08D27}" type="datetime1">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6" name="Slide Number Placeholder 15"/>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7" name="Footer Placeholder 16"/>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2206211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304800" y="1676400"/>
            <a:ext cx="4696967" cy="35052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1" name="Title 1"/>
          <p:cNvSpPr>
            <a:spLocks noGrp="1"/>
          </p:cNvSpPr>
          <p:nvPr>
            <p:ph type="title"/>
          </p:nvPr>
        </p:nvSpPr>
        <p:spPr>
          <a:xfrm>
            <a:off x="5181600" y="1676400"/>
            <a:ext cx="2514600" cy="1875972"/>
          </a:xfrm>
        </p:spPr>
        <p:txBody>
          <a:bodyPr anchor="b">
            <a:normAutofit/>
          </a:bodyPr>
          <a:lstStyle>
            <a:lvl1pPr algn="r">
              <a:defRPr sz="2000" b="0">
                <a:effectLst/>
              </a:defRPr>
            </a:lvl1pPr>
          </a:lstStyle>
          <a:p>
            <a:r>
              <a:rPr lang="en-US"/>
              <a:t>Click to edit Master title style</a:t>
            </a:r>
            <a:endParaRPr lang="en-US" dirty="0"/>
          </a:p>
        </p:txBody>
      </p:sp>
      <p:sp>
        <p:nvSpPr>
          <p:cNvPr id="12" name="Text Placeholder 3"/>
          <p:cNvSpPr>
            <a:spLocks noGrp="1"/>
          </p:cNvSpPr>
          <p:nvPr>
            <p:ph type="body" sz="half" idx="2"/>
          </p:nvPr>
        </p:nvSpPr>
        <p:spPr>
          <a:xfrm>
            <a:off x="5486400" y="3552372"/>
            <a:ext cx="2209800" cy="1629228"/>
          </a:xfrm>
        </p:spPr>
        <p:txBody>
          <a:bodyPr anchor="t">
            <a:normAutofit/>
          </a:bodyPr>
          <a:lstStyle>
            <a:lvl1pPr marL="0" indent="0" algn="r">
              <a:buNone/>
              <a:defRPr sz="12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Date Placeholder 15"/>
          <p:cNvSpPr>
            <a:spLocks noGrp="1"/>
          </p:cNvSpPr>
          <p:nvPr>
            <p:ph type="dt" sz="half" idx="10"/>
          </p:nvPr>
        </p:nvSpPr>
        <p:spPr/>
        <p:txBody>
          <a:bodyPr/>
          <a:lstStyle/>
          <a:p>
            <a:fld id="{911C0C6C-42DA-43E3-A429-2FC276315B3B}" type="datetime1">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7" name="Slide Number Placeholder 16"/>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8" name="Footer Placeholder 17"/>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2071909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p:cNvSpPr>
            <a:spLocks noGrp="1"/>
          </p:cNvSpPr>
          <p:nvPr>
            <p:ph type="dt" sz="half" idx="10"/>
          </p:nvPr>
        </p:nvSpPr>
        <p:spPr/>
        <p:txBody>
          <a:bodyPr/>
          <a:lstStyle/>
          <a:p>
            <a:fld id="{BC0DBF08-AD73-4BFE-938C-9DB9A90FD2B4}" type="datetime1">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227125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p:cNvSpPr>
            <a:spLocks noGrp="1"/>
          </p:cNvSpPr>
          <p:nvPr>
            <p:ph type="dt" sz="half" idx="10"/>
          </p:nvPr>
        </p:nvSpPr>
        <p:spPr/>
        <p:txBody>
          <a:bodyPr/>
          <a:lstStyle/>
          <a:p>
            <a:fld id="{E5340C74-6DF9-4779-8AEF-B3EBD411B8C0}" type="datetime1">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39336741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85671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90458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753604130"/>
      </p:ext>
    </p:extLst>
  </p:cSld>
  <p:clrMapOvr>
    <a:masterClrMapping/>
  </p:clrMapOvr>
  <p:transition spd="slow">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8875329"/>
      </p:ext>
    </p:extLst>
  </p:cSld>
  <p:clrMapOvr>
    <a:masterClrMapping/>
  </p:clrMapOvr>
  <p:transition spd="slow">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697967945"/>
      </p:ext>
    </p:extLst>
  </p:cSld>
  <p:clrMapOvr>
    <a:masterClrMapping/>
  </p:clrMapOvr>
  <mc:AlternateContent xmlns:mc="http://schemas.openxmlformats.org/markup-compatibility/2006" xmlns:p14="http://schemas.microsoft.com/office/powerpoint/2010/main">
    <mc:Choice Requires="p14">
      <p:transition spd="slow" p14:dur="3900" advClick="0" advTm="10000">
        <p14:glitter pattern="hexagon"/>
      </p:transition>
    </mc:Choice>
    <mc:Fallback xmlns="">
      <p:transition spd="slow" advClick="0" advTm="10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68300"/>
            <a:ext cx="6705600" cy="609600"/>
          </a:xfrm>
        </p:spPr>
        <p:txBody>
          <a:bodyPr/>
          <a:lstStyle/>
          <a:p>
            <a:r>
              <a:rPr lang="en-AU"/>
              <a:t>Click to edit Master title style</a:t>
            </a:r>
            <a:endParaRPr lang="en-US"/>
          </a:p>
        </p:txBody>
      </p:sp>
      <p:sp>
        <p:nvSpPr>
          <p:cNvPr id="3" name="Text Placeholder 2"/>
          <p:cNvSpPr>
            <a:spLocks noGrp="1"/>
          </p:cNvSpPr>
          <p:nvPr>
            <p:ph type="body" sz="half" idx="1"/>
          </p:nvPr>
        </p:nvSpPr>
        <p:spPr>
          <a:xfrm>
            <a:off x="693127" y="1439863"/>
            <a:ext cx="3815862"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4649666" y="1439863"/>
            <a:ext cx="3815862"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3"/>
          <p:cNvSpPr>
            <a:spLocks noGrp="1" noChangeArrowheads="1"/>
          </p:cNvSpPr>
          <p:nvPr>
            <p:ph type="sldNum" sz="quarter" idx="10"/>
          </p:nvPr>
        </p:nvSpPr>
        <p:spPr>
          <a:ln/>
        </p:spPr>
        <p:txBody>
          <a:bodyPr/>
          <a:lstStyle>
            <a:lvl1pPr>
              <a:defRPr/>
            </a:lvl1pPr>
          </a:lstStyle>
          <a:p>
            <a:pPr>
              <a:defRPr/>
            </a:pPr>
            <a:fld id="{C868A3D3-424C-46E2-8E4A-7029C04BAF7D}" type="slidenum">
              <a:rPr lang="de-DE">
                <a:solidFill>
                  <a:prstClr val="black">
                    <a:lumMod val="50000"/>
                    <a:lumOff val="50000"/>
                  </a:prstClr>
                </a:solidFill>
              </a:rPr>
              <a:pPr>
                <a:defRPr/>
              </a:pPr>
              <a:t>‹#›</a:t>
            </a:fld>
            <a:endParaRPr lang="de-DE">
              <a:solidFill>
                <a:prstClr val="black">
                  <a:lumMod val="50000"/>
                  <a:lumOff val="50000"/>
                </a:prstClr>
              </a:solidFill>
            </a:endParaRPr>
          </a:p>
        </p:txBody>
      </p:sp>
      <p:pic>
        <p:nvPicPr>
          <p:cNvPr id="6" name="Picture 5" descr="http://www.idpblog.me/idp-en/wp-content/uploads/2012/09/Queensland-University-of-Technology_Logo1.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1440" y="6463547"/>
            <a:ext cx="1099820" cy="32444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userDrawn="1"/>
        </p:nvSpPr>
        <p:spPr>
          <a:xfrm>
            <a:off x="7019819" y="6604857"/>
            <a:ext cx="1301959" cy="261610"/>
          </a:xfrm>
          <a:prstGeom prst="rect">
            <a:avLst/>
          </a:prstGeom>
          <a:noFill/>
        </p:spPr>
        <p:txBody>
          <a:bodyPr wrap="none" rtlCol="0">
            <a:spAutoFit/>
          </a:bodyPr>
          <a:lstStyle/>
          <a:p>
            <a:r>
              <a:rPr lang="en-US" sz="1100" dirty="0">
                <a:solidFill>
                  <a:srgbClr val="7F7F7F"/>
                </a:solidFill>
              </a:rPr>
              <a:t>© Marcello La Rosa</a:t>
            </a:r>
          </a:p>
        </p:txBody>
      </p:sp>
    </p:spTree>
    <p:extLst>
      <p:ext uri="{BB962C8B-B14F-4D97-AF65-F5344CB8AC3E}">
        <p14:creationId xmlns:p14="http://schemas.microsoft.com/office/powerpoint/2010/main" val="26326381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sphere1.png"/>
          <p:cNvPicPr>
            <a:picLocks noChangeAspect="1"/>
          </p:cNvPicPr>
          <p:nvPr/>
        </p:nvPicPr>
        <p:blipFill>
          <a:blip r:embed="rId2" cstate="print"/>
          <a:stretch>
            <a:fillRect/>
          </a:stretch>
        </p:blipFill>
        <p:spPr>
          <a:xfrm>
            <a:off x="6850374" y="0"/>
            <a:ext cx="2293626" cy="6858000"/>
          </a:xfrm>
          <a:prstGeom prst="rect">
            <a:avLst/>
          </a:prstGeom>
        </p:spPr>
      </p:pic>
      <p:sp>
        <p:nvSpPr>
          <p:cNvPr id="3" name="Subtitle 2"/>
          <p:cNvSpPr>
            <a:spLocks noGrp="1"/>
          </p:cNvSpPr>
          <p:nvPr>
            <p:ph type="subTitle" idx="1"/>
          </p:nvPr>
        </p:nvSpPr>
        <p:spPr>
          <a:xfrm>
            <a:off x="2438400" y="3581400"/>
            <a:ext cx="3962400" cy="2133600"/>
          </a:xfrm>
        </p:spPr>
        <p:txBody>
          <a:bodyPr anchor="t">
            <a:normAutofit/>
          </a:bodyPr>
          <a:lstStyle>
            <a:lvl1pPr marL="0" indent="0" algn="r">
              <a:buNone/>
              <a:defRPr sz="14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6" name="Title 15"/>
          <p:cNvSpPr>
            <a:spLocks noGrp="1"/>
          </p:cNvSpPr>
          <p:nvPr>
            <p:ph type="title"/>
          </p:nvPr>
        </p:nvSpPr>
        <p:spPr>
          <a:xfrm>
            <a:off x="2438400" y="1447800"/>
            <a:ext cx="3962400" cy="2133600"/>
          </a:xfrm>
        </p:spPr>
        <p:txBody>
          <a:bodyPr anchor="b"/>
          <a:lstStyle/>
          <a:p>
            <a:r>
              <a:rPr lang="en-US"/>
              <a:t>Click to edit Master title style</a:t>
            </a:r>
            <a:endParaRPr lang="en-US" dirty="0"/>
          </a:p>
        </p:txBody>
      </p:sp>
      <p:sp>
        <p:nvSpPr>
          <p:cNvPr id="13" name="Date Placeholder 12"/>
          <p:cNvSpPr>
            <a:spLocks noGrp="1"/>
          </p:cNvSpPr>
          <p:nvPr>
            <p:ph type="dt" sz="half" idx="10"/>
          </p:nvPr>
        </p:nvSpPr>
        <p:spPr>
          <a:xfrm>
            <a:off x="3582988" y="6426201"/>
            <a:ext cx="2819399" cy="126999"/>
          </a:xfrm>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4" name="Slide Number Placeholder 13"/>
          <p:cNvSpPr>
            <a:spLocks noGrp="1"/>
          </p:cNvSpPr>
          <p:nvPr>
            <p:ph type="sldNum" sz="quarter" idx="11"/>
          </p:nvPr>
        </p:nvSpPr>
        <p:spPr>
          <a:xfrm>
            <a:off x="6414976" y="6400800"/>
            <a:ext cx="457200" cy="152400"/>
          </a:xfrm>
        </p:spPr>
        <p:txBody>
          <a:bodyPr/>
          <a:lstStyle>
            <a:lvl1pPr algn="r">
              <a:defRPr/>
            </a:lvl1p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a:xfrm>
            <a:off x="3581400" y="6296248"/>
            <a:ext cx="2820987" cy="152400"/>
          </a:xfrm>
        </p:spPr>
        <p:txBody>
          <a:bodyPr/>
          <a:lstStyle/>
          <a:p>
            <a:endParaRPr lang="en-AU">
              <a:solidFill>
                <a:prstClr val="black"/>
              </a:solidFill>
            </a:endParaRPr>
          </a:p>
        </p:txBody>
      </p:sp>
    </p:spTree>
    <p:extLst>
      <p:ext uri="{BB962C8B-B14F-4D97-AF65-F5344CB8AC3E}">
        <p14:creationId xmlns:p14="http://schemas.microsoft.com/office/powerpoint/2010/main" val="14882476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340768"/>
            <a:ext cx="8136904" cy="4824536"/>
          </a:xfrm>
        </p:spPr>
        <p:txBody>
          <a:bodyPr anchor="t">
            <a:normAutofit/>
          </a:bodyPr>
          <a:lstStyle>
            <a:lvl1pPr marL="182880" indent="-182880" algn="l">
              <a:buFont typeface="Arial" pitchFamily="34" charset="0"/>
              <a:buChar char="•"/>
              <a:defRPr sz="2400">
                <a:solidFill>
                  <a:schemeClr val="tx1">
                    <a:lumMod val="75000"/>
                    <a:lumOff val="25000"/>
                  </a:schemeClr>
                </a:solidFill>
              </a:defRPr>
            </a:lvl1pPr>
            <a:lvl2pPr marL="411480" indent="-182880" algn="l">
              <a:buFont typeface="Arial" pitchFamily="34" charset="0"/>
              <a:buChar char="•"/>
              <a:defRPr sz="1800">
                <a:solidFill>
                  <a:schemeClr val="tx1">
                    <a:lumMod val="75000"/>
                    <a:lumOff val="25000"/>
                  </a:schemeClr>
                </a:solidFill>
              </a:defRPr>
            </a:lvl2pPr>
            <a:lvl3pPr marL="594360" indent="-182880" algn="l">
              <a:buFont typeface="Arial" pitchFamily="34" charset="0"/>
              <a:buChar char="•"/>
              <a:defRPr sz="1800">
                <a:solidFill>
                  <a:schemeClr val="tx1">
                    <a:lumMod val="75000"/>
                    <a:lumOff val="25000"/>
                  </a:schemeClr>
                </a:solidFill>
              </a:defRPr>
            </a:lvl3pPr>
            <a:lvl4pPr marL="777240" indent="-182880" algn="l">
              <a:buFont typeface="Arial" pitchFamily="34" charset="0"/>
              <a:buChar char="•"/>
              <a:defRPr sz="1800">
                <a:solidFill>
                  <a:schemeClr val="tx1">
                    <a:lumMod val="75000"/>
                    <a:lumOff val="25000"/>
                  </a:schemeClr>
                </a:solidFill>
              </a:defRPr>
            </a:lvl4pPr>
            <a:lvl5pPr marL="960120" indent="-182880" algn="l">
              <a:buFont typeface="Arial" pitchFamily="34" charset="0"/>
              <a:buChar char="•"/>
              <a:defRPr sz="1800">
                <a:solidFill>
                  <a:schemeClr val="tx1">
                    <a:lumMod val="75000"/>
                    <a:lumOff val="25000"/>
                  </a:schemeClr>
                </a:solidFill>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5"/>
          <p:cNvSpPr>
            <a:spLocks noGrp="1"/>
          </p:cNvSpPr>
          <p:nvPr>
            <p:ph type="title"/>
          </p:nvPr>
        </p:nvSpPr>
        <p:spPr>
          <a:xfrm>
            <a:off x="467544" y="260648"/>
            <a:ext cx="8064896" cy="792088"/>
          </a:xfrm>
        </p:spPr>
        <p:txBody>
          <a:bodyPr>
            <a:normAutofit/>
          </a:bodyPr>
          <a:lstStyle>
            <a:lvl1pPr algn="l">
              <a:defRPr sz="3200">
                <a:solidFill>
                  <a:srgbClr val="C00000"/>
                </a:solidFill>
              </a:defRPr>
            </a:lvl1pPr>
          </a:lstStyle>
          <a:p>
            <a:r>
              <a:rPr lang="en-US" dirty="0"/>
              <a:t>Click to edit Master title style</a:t>
            </a:r>
          </a:p>
        </p:txBody>
      </p:sp>
      <p:sp>
        <p:nvSpPr>
          <p:cNvPr id="10" name="Date Placeholder 9"/>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1" name="Slide Number Placeholder 10"/>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2" name="Footer Placeholder 11"/>
          <p:cNvSpPr>
            <a:spLocks noGrp="1"/>
          </p:cNvSpPr>
          <p:nvPr>
            <p:ph type="ftr" sz="quarter" idx="12"/>
          </p:nvPr>
        </p:nvSpPr>
        <p:spPr/>
        <p:txBody>
          <a:bodyPr/>
          <a:lstStyle/>
          <a:p>
            <a:endParaRPr lang="en-AU">
              <a:solidFill>
                <a:prstClr val="black"/>
              </a:solidFill>
            </a:endParaRPr>
          </a:p>
        </p:txBody>
      </p:sp>
      <p:sp>
        <p:nvSpPr>
          <p:cNvPr id="7" name="TextBox 6"/>
          <p:cNvSpPr txBox="1"/>
          <p:nvPr userDrawn="1"/>
        </p:nvSpPr>
        <p:spPr>
          <a:xfrm>
            <a:off x="7019819" y="6604857"/>
            <a:ext cx="1301959" cy="261610"/>
          </a:xfrm>
          <a:prstGeom prst="rect">
            <a:avLst/>
          </a:prstGeom>
          <a:noFill/>
        </p:spPr>
        <p:txBody>
          <a:bodyPr wrap="none" rtlCol="0">
            <a:spAutoFit/>
          </a:bodyPr>
          <a:lstStyle/>
          <a:p>
            <a:r>
              <a:rPr lang="en-US" sz="1100" dirty="0">
                <a:solidFill>
                  <a:srgbClr val="7F7F7F"/>
                </a:solidFill>
              </a:rPr>
              <a:t>© Marcello La Rosa</a:t>
            </a:r>
          </a:p>
        </p:txBody>
      </p:sp>
    </p:spTree>
    <p:extLst>
      <p:ext uri="{BB962C8B-B14F-4D97-AF65-F5344CB8AC3E}">
        <p14:creationId xmlns:p14="http://schemas.microsoft.com/office/powerpoint/2010/main" val="7593801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7" name="Picture 6" descr="sphere1.png"/>
          <p:cNvPicPr>
            <a:picLocks noChangeAspect="1"/>
          </p:cNvPicPr>
          <p:nvPr/>
        </p:nvPicPr>
        <p:blipFill>
          <a:blip r:embed="rId2" cstate="print"/>
          <a:stretch>
            <a:fillRect/>
          </a:stretch>
        </p:blipFill>
        <p:spPr>
          <a:xfrm>
            <a:off x="6858000" y="0"/>
            <a:ext cx="2293626" cy="6858000"/>
          </a:xfrm>
          <a:prstGeom prst="rect">
            <a:avLst/>
          </a:prstGeom>
        </p:spPr>
      </p:pic>
      <p:sp>
        <p:nvSpPr>
          <p:cNvPr id="12" name="Date Placeholder 11"/>
          <p:cNvSpPr>
            <a:spLocks noGrp="1"/>
          </p:cNvSpPr>
          <p:nvPr>
            <p:ph type="dt" sz="half" idx="10"/>
          </p:nvPr>
        </p:nvSpPr>
        <p:spPr>
          <a:xfrm>
            <a:off x="839788" y="6426201"/>
            <a:ext cx="2819399" cy="126999"/>
          </a:xfrm>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3" name="Slide Number Placeholder 12"/>
          <p:cNvSpPr>
            <a:spLocks noGrp="1"/>
          </p:cNvSpPr>
          <p:nvPr>
            <p:ph type="sldNum" sz="quarter" idx="11"/>
          </p:nvPr>
        </p:nvSpPr>
        <p:spPr>
          <a:xfrm>
            <a:off x="4116388" y="6400800"/>
            <a:ext cx="533400" cy="152400"/>
          </a:xfrm>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4" name="Footer Placeholder 13"/>
          <p:cNvSpPr>
            <a:spLocks noGrp="1"/>
          </p:cNvSpPr>
          <p:nvPr>
            <p:ph type="ftr" sz="quarter" idx="12"/>
          </p:nvPr>
        </p:nvSpPr>
        <p:spPr>
          <a:xfrm>
            <a:off x="838200" y="6296248"/>
            <a:ext cx="2820987" cy="152400"/>
          </a:xfrm>
        </p:spPr>
        <p:txBody>
          <a:bodyPr/>
          <a:lstStyle/>
          <a:p>
            <a:endParaRPr lang="en-AU">
              <a:solidFill>
                <a:prstClr val="black"/>
              </a:solidFill>
            </a:endParaRPr>
          </a:p>
        </p:txBody>
      </p:sp>
      <p:sp>
        <p:nvSpPr>
          <p:cNvPr id="15" name="Title 14"/>
          <p:cNvSpPr>
            <a:spLocks noGrp="1"/>
          </p:cNvSpPr>
          <p:nvPr>
            <p:ph type="title"/>
          </p:nvPr>
        </p:nvSpPr>
        <p:spPr>
          <a:xfrm>
            <a:off x="457200" y="1828800"/>
            <a:ext cx="3200400" cy="1752600"/>
          </a:xfrm>
        </p:spPr>
        <p:txBody>
          <a:bodyPr anchor="b"/>
          <a:lstStyle/>
          <a:p>
            <a:r>
              <a:rPr lang="en-US"/>
              <a:t>Click to edit Master title style</a:t>
            </a:r>
          </a:p>
        </p:txBody>
      </p:sp>
      <p:sp>
        <p:nvSpPr>
          <p:cNvPr id="3" name="Text Placeholder 2"/>
          <p:cNvSpPr>
            <a:spLocks noGrp="1"/>
          </p:cNvSpPr>
          <p:nvPr>
            <p:ph type="body" sz="quarter" idx="13"/>
          </p:nvPr>
        </p:nvSpPr>
        <p:spPr>
          <a:xfrm>
            <a:off x="457200" y="3578224"/>
            <a:ext cx="3200645" cy="1459767"/>
          </a:xfrm>
        </p:spPr>
        <p:txBody>
          <a:bodyPr anchor="t">
            <a:normAutofit/>
          </a:bodyPr>
          <a:lstStyle>
            <a:lvl1pPr marL="0" indent="0" algn="r" defTabSz="914400" rtl="0" eaLnBrk="1" latinLnBrk="0" hangingPunct="1">
              <a:spcBef>
                <a:spcPct val="20000"/>
              </a:spcBef>
              <a:buClr>
                <a:schemeClr val="tx1">
                  <a:lumMod val="50000"/>
                  <a:lumOff val="50000"/>
                </a:schemeClr>
              </a:buClr>
              <a:buFont typeface="Wingdings" pitchFamily="2" charset="2"/>
              <a:buNone/>
              <a:defRPr lang="en-US" sz="1400" kern="1200" dirty="0" smtClean="0">
                <a:solidFill>
                  <a:schemeClr val="tx2"/>
                </a:solidFill>
                <a:latin typeface="+mn-lt"/>
                <a:ea typeface="+mn-ea"/>
                <a:cs typeface="+mn-cs"/>
              </a:defRPr>
            </a:lvl1pPr>
          </a:lstStyle>
          <a:p>
            <a:pPr lvl="0"/>
            <a:r>
              <a:rPr lang="en-US"/>
              <a:t>Click to edit Master text styles</a:t>
            </a:r>
          </a:p>
        </p:txBody>
      </p:sp>
    </p:spTree>
    <p:extLst>
      <p:ext uri="{BB962C8B-B14F-4D97-AF65-F5344CB8AC3E}">
        <p14:creationId xmlns:p14="http://schemas.microsoft.com/office/powerpoint/2010/main" val="23914284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3429000"/>
            <a:ext cx="3124200" cy="2667000"/>
          </a:xfrm>
        </p:spPr>
        <p:txBody>
          <a:bodyPr>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7200" y="457200"/>
            <a:ext cx="3124200" cy="2667000"/>
          </a:xfrm>
        </p:spPr>
        <p:txBody>
          <a:bodyPr>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
          <p:cNvSpPr>
            <a:spLocks noGrp="1"/>
          </p:cNvSpPr>
          <p:nvPr>
            <p:ph type="title"/>
          </p:nvPr>
        </p:nvSpPr>
        <p:spPr>
          <a:xfrm>
            <a:off x="4876800" y="457200"/>
            <a:ext cx="2819400" cy="5714999"/>
          </a:xfrm>
        </p:spPr>
        <p:txBody>
          <a:bodyPr/>
          <a:lstStyle/>
          <a:p>
            <a:r>
              <a:rPr lang="en-US"/>
              <a:t>Click to edit Master title style</a:t>
            </a:r>
          </a:p>
        </p:txBody>
      </p:sp>
      <p:sp>
        <p:nvSpPr>
          <p:cNvPr id="9" name="Date Placeholder 8"/>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3" name="Slide Number Placeholder 12"/>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4" name="Footer Placeholder 13"/>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37756435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275238"/>
            <a:ext cx="3581400" cy="411162"/>
          </a:xfrm>
        </p:spPr>
        <p:txBody>
          <a:bodyPr anchor="b">
            <a:noAutofit/>
          </a:bodyPr>
          <a:lstStyle>
            <a:lvl1pPr marL="0" indent="0" algn="ctr">
              <a:buNone/>
              <a:defRPr sz="1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675288"/>
            <a:ext cx="3581400" cy="2525112"/>
          </a:xfrm>
        </p:spPr>
        <p:txBody>
          <a:bodyPr anchor="t">
            <a:normAutofit/>
          </a:bodyPr>
          <a:lstStyle>
            <a:lvl1pPr marL="228600" indent="-182880">
              <a:defRPr sz="1400"/>
            </a:lvl1pPr>
            <a:lvl2pPr>
              <a:defRPr sz="1400"/>
            </a:lvl2pPr>
            <a:lvl3pPr>
              <a:defRPr sz="1400"/>
            </a:lvl3pPr>
            <a:lvl4pPr>
              <a:defRPr sz="1400" baseline="0"/>
            </a:lvl4pPr>
            <a:lvl5pPr>
              <a:buFont typeface="Wingdings" pitchFamily="2" charset="2"/>
              <a:buChar char="§"/>
              <a:defRPr sz="1400"/>
            </a:lvl5pPr>
            <a:lvl6pPr>
              <a:buFont typeface="Wingdings" pitchFamily="2" charset="2"/>
              <a:buChar cha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7199" y="3429000"/>
            <a:ext cx="3581400" cy="411162"/>
          </a:xfrm>
        </p:spPr>
        <p:txBody>
          <a:bodyPr anchor="b">
            <a:noAutofit/>
          </a:bodyPr>
          <a:lstStyle>
            <a:lvl1pPr marL="0" indent="0" algn="ctr">
              <a:buNone/>
              <a:defRPr sz="1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57199" y="3840162"/>
            <a:ext cx="3581400" cy="2515198"/>
          </a:xfrm>
        </p:spPr>
        <p:txBody>
          <a:bodyPr anchor="t">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
          <p:cNvSpPr>
            <a:spLocks noGrp="1"/>
          </p:cNvSpPr>
          <p:nvPr>
            <p:ph type="title"/>
          </p:nvPr>
        </p:nvSpPr>
        <p:spPr>
          <a:xfrm>
            <a:off x="4876800" y="457200"/>
            <a:ext cx="2819400" cy="5714999"/>
          </a:xfrm>
        </p:spPr>
        <p:txBody>
          <a:bodyPr/>
          <a:lstStyle/>
          <a:p>
            <a:r>
              <a:rPr lang="en-US"/>
              <a:t>Click to edit Master title style</a:t>
            </a:r>
          </a:p>
        </p:txBody>
      </p:sp>
      <p:sp>
        <p:nvSpPr>
          <p:cNvPr id="12" name="Date Placeholder 11"/>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6" name="Footer Placeholder 15"/>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4686149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733800" y="457200"/>
            <a:ext cx="3962400" cy="5715000"/>
          </a:xfrm>
        </p:spPr>
        <p:txBody>
          <a:bodyPr/>
          <a:lstStyle/>
          <a:p>
            <a:r>
              <a:rPr lang="en-US"/>
              <a:t>Click to edit Master title style</a:t>
            </a:r>
            <a:endParaRPr lang="en-US" dirty="0"/>
          </a:p>
        </p:txBody>
      </p:sp>
      <p:sp>
        <p:nvSpPr>
          <p:cNvPr id="9" name="Date Placeholder 8"/>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0" name="Slide Number Placeholder 9"/>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1" name="Footer Placeholder 10"/>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36711632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9" name="Slide Number Placeholder 8"/>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0" name="Footer Placeholder 9"/>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808348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81600" y="1676400"/>
            <a:ext cx="2514600" cy="1874837"/>
          </a:xfrm>
        </p:spPr>
        <p:txBody>
          <a:bodyPr anchor="b">
            <a:normAutofit/>
          </a:bodyPr>
          <a:lstStyle>
            <a:lvl1pPr algn="r">
              <a:defRPr sz="2000" b="0">
                <a:effectLst/>
              </a:defRPr>
            </a:lvl1pPr>
          </a:lstStyle>
          <a:p>
            <a:r>
              <a:rPr lang="en-US"/>
              <a:t>Click to edit Master title style</a:t>
            </a:r>
            <a:endParaRPr lang="en-US" dirty="0"/>
          </a:p>
        </p:txBody>
      </p:sp>
      <p:sp>
        <p:nvSpPr>
          <p:cNvPr id="3" name="Content Placeholder 2"/>
          <p:cNvSpPr>
            <a:spLocks noGrp="1"/>
          </p:cNvSpPr>
          <p:nvPr>
            <p:ph idx="1"/>
          </p:nvPr>
        </p:nvSpPr>
        <p:spPr>
          <a:xfrm>
            <a:off x="304800" y="1676400"/>
            <a:ext cx="4700016" cy="3505200"/>
          </a:xfrm>
        </p:spPr>
        <p:txBody>
          <a:bodyPr>
            <a:normAutofit/>
          </a:bodyPr>
          <a:lstStyle>
            <a:lvl1pPr marL="228600" indent="-182880">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3"/>
          <p:cNvSpPr>
            <a:spLocks noGrp="1"/>
          </p:cNvSpPr>
          <p:nvPr>
            <p:ph type="body" sz="half" idx="2"/>
          </p:nvPr>
        </p:nvSpPr>
        <p:spPr>
          <a:xfrm>
            <a:off x="5486400" y="3552372"/>
            <a:ext cx="2209800" cy="1629228"/>
          </a:xfrm>
        </p:spPr>
        <p:txBody>
          <a:bodyPr anchor="t">
            <a:normAutofit/>
          </a:bodyPr>
          <a:lstStyle>
            <a:lvl1pPr marL="0" indent="0" algn="r">
              <a:buNone/>
              <a:defRPr sz="12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5" name="Date Placeholder 14"/>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6" name="Slide Number Placeholder 15"/>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7" name="Footer Placeholder 16"/>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13084023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304800" y="1676400"/>
            <a:ext cx="4696967" cy="35052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1" name="Title 1"/>
          <p:cNvSpPr>
            <a:spLocks noGrp="1"/>
          </p:cNvSpPr>
          <p:nvPr>
            <p:ph type="title"/>
          </p:nvPr>
        </p:nvSpPr>
        <p:spPr>
          <a:xfrm>
            <a:off x="5181600" y="1676400"/>
            <a:ext cx="2514600" cy="1875972"/>
          </a:xfrm>
        </p:spPr>
        <p:txBody>
          <a:bodyPr anchor="b">
            <a:normAutofit/>
          </a:bodyPr>
          <a:lstStyle>
            <a:lvl1pPr algn="r">
              <a:defRPr sz="2000" b="0">
                <a:effectLst/>
              </a:defRPr>
            </a:lvl1pPr>
          </a:lstStyle>
          <a:p>
            <a:r>
              <a:rPr lang="en-US"/>
              <a:t>Click to edit Master title style</a:t>
            </a:r>
            <a:endParaRPr lang="en-US" dirty="0"/>
          </a:p>
        </p:txBody>
      </p:sp>
      <p:sp>
        <p:nvSpPr>
          <p:cNvPr id="12" name="Text Placeholder 3"/>
          <p:cNvSpPr>
            <a:spLocks noGrp="1"/>
          </p:cNvSpPr>
          <p:nvPr>
            <p:ph type="body" sz="half" idx="2"/>
          </p:nvPr>
        </p:nvSpPr>
        <p:spPr>
          <a:xfrm>
            <a:off x="5486400" y="3552372"/>
            <a:ext cx="2209800" cy="1629228"/>
          </a:xfrm>
        </p:spPr>
        <p:txBody>
          <a:bodyPr anchor="t">
            <a:normAutofit/>
          </a:bodyPr>
          <a:lstStyle>
            <a:lvl1pPr marL="0" indent="0" algn="r">
              <a:buNone/>
              <a:defRPr sz="12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Date Placeholder 15"/>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7" name="Slide Number Placeholder 16"/>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8" name="Footer Placeholder 17"/>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335946973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19532871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p:cNvSpPr>
            <a:spLocks noGrp="1"/>
          </p:cNvSpPr>
          <p:nvPr>
            <p:ph type="dt" sz="half" idx="10"/>
          </p:nvPr>
        </p:nvSpPr>
        <p:spPr/>
        <p:txBody>
          <a:bodyPr/>
          <a:lstStyle/>
          <a:p>
            <a:fld id="{2BC67A52-7419-4FA8-9DFA-EF36036C9D68}" type="datetimeFigureOut">
              <a:rPr lang="en-AU" smtClean="0">
                <a:solidFill>
                  <a:prstClr val="black">
                    <a:lumMod val="50000"/>
                    <a:lumOff val="50000"/>
                  </a:prstClr>
                </a:solidFill>
              </a:rPr>
              <a:pPr/>
              <a:t>15/10/2024</a:t>
            </a:fld>
            <a:endParaRPr lang="en-AU">
              <a:solidFill>
                <a:prstClr val="black">
                  <a:lumMod val="50000"/>
                  <a:lumOff val="50000"/>
                </a:prstClr>
              </a:solidFill>
            </a:endParaRPr>
          </a:p>
        </p:txBody>
      </p:sp>
      <p:sp>
        <p:nvSpPr>
          <p:cNvPr id="14" name="Slide Number Placeholder 1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a:t>
            </a:fld>
            <a:endParaRPr lang="en-AU">
              <a:solidFill>
                <a:prstClr val="black">
                  <a:lumMod val="50000"/>
                  <a:lumOff val="50000"/>
                </a:prstClr>
              </a:solidFill>
            </a:endParaRPr>
          </a:p>
        </p:txBody>
      </p:sp>
      <p:sp>
        <p:nvSpPr>
          <p:cNvPr id="15" name="Footer Placeholder 14"/>
          <p:cNvSpPr>
            <a:spLocks noGrp="1"/>
          </p:cNvSpPr>
          <p:nvPr>
            <p:ph type="ftr" sz="quarter" idx="12"/>
          </p:nvPr>
        </p:nvSpPr>
        <p:spPr/>
        <p:txBody>
          <a:bodyPr/>
          <a:lstStyle/>
          <a:p>
            <a:endParaRPr lang="en-AU">
              <a:solidFill>
                <a:prstClr val="black"/>
              </a:solidFill>
            </a:endParaRPr>
          </a:p>
        </p:txBody>
      </p:sp>
    </p:spTree>
    <p:extLst>
      <p:ext uri="{BB962C8B-B14F-4D97-AF65-F5344CB8AC3E}">
        <p14:creationId xmlns:p14="http://schemas.microsoft.com/office/powerpoint/2010/main" val="32020417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29005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64491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8818280"/>
      </p:ext>
    </p:extLst>
  </p:cSld>
  <p:clrMapOvr>
    <a:masterClrMapping/>
  </p:clrMapOvr>
  <p:transition spd="slow">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771071"/>
      </p:ext>
    </p:extLst>
  </p:cSld>
  <p:clrMapOvr>
    <a:masterClrMapping/>
  </p:clrMapOvr>
  <p:transition spd="slow">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929469"/>
      </p:ext>
    </p:extLst>
  </p:cSld>
  <p:clrMapOvr>
    <a:masterClrMapping/>
  </p:clrMapOvr>
  <mc:AlternateContent xmlns:mc="http://schemas.openxmlformats.org/markup-compatibility/2006" xmlns:p14="http://schemas.microsoft.com/office/powerpoint/2010/main">
    <mc:Choice Requires="p14">
      <p:transition spd="slow" p14:dur="3900" advClick="0" advTm="10000">
        <p14:glitter pattern="hexagon"/>
      </p:transition>
    </mc:Choice>
    <mc:Fallback xmlns="">
      <p:transition spd="slow" advClick="0" advTm="10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image" Target="../media/image1.png"/><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theme" Target="../theme/theme2.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Picture 11" descr="sphere2.png"/>
          <p:cNvPicPr>
            <a:picLocks noChangeAspect="1"/>
          </p:cNvPicPr>
          <p:nvPr/>
        </p:nvPicPr>
        <p:blipFill>
          <a:blip r:embed="rId19" cstate="print"/>
          <a:stretch>
            <a:fillRect/>
          </a:stretch>
        </p:blipFill>
        <p:spPr>
          <a:xfrm>
            <a:off x="8823693" y="0"/>
            <a:ext cx="320307" cy="6858000"/>
          </a:xfrm>
          <a:prstGeom prst="rect">
            <a:avLst/>
          </a:prstGeom>
        </p:spPr>
      </p:pic>
      <p:sp>
        <p:nvSpPr>
          <p:cNvPr id="2" name="Title Placeholder 1"/>
          <p:cNvSpPr>
            <a:spLocks noGrp="1"/>
          </p:cNvSpPr>
          <p:nvPr>
            <p:ph type="title"/>
          </p:nvPr>
        </p:nvSpPr>
        <p:spPr>
          <a:xfrm>
            <a:off x="4876800" y="457200"/>
            <a:ext cx="2819400" cy="571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457200"/>
            <a:ext cx="3657600" cy="571499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p:cNvSpPr>
            <a:spLocks noGrp="1"/>
          </p:cNvSpPr>
          <p:nvPr>
            <p:ph type="sldNum" sz="quarter" idx="4"/>
          </p:nvPr>
        </p:nvSpPr>
        <p:spPr>
          <a:xfrm>
            <a:off x="8246751" y="6625771"/>
            <a:ext cx="533400" cy="152400"/>
          </a:xfrm>
          <a:prstGeom prst="rect">
            <a:avLst/>
          </a:prstGeom>
        </p:spPr>
        <p:txBody>
          <a:bodyPr vert="horz" lIns="91440" tIns="45720" rIns="91440" bIns="45720" rtlCol="0" anchor="ctr"/>
          <a:lstStyle>
            <a:lvl1pPr algn="ctr">
              <a:defRPr sz="1600">
                <a:solidFill>
                  <a:schemeClr val="tx1">
                    <a:lumMod val="50000"/>
                    <a:lumOff val="50000"/>
                  </a:schemeClr>
                </a:solidFill>
              </a:defRPr>
            </a:lvl1pPr>
          </a:lstStyle>
          <a:p>
            <a:fld id="{F06E539D-8AB8-485C-BFEF-50E8D5427D32}" type="slidenum">
              <a:rPr lang="en-AU" smtClean="0">
                <a:solidFill>
                  <a:prstClr val="black">
                    <a:lumMod val="50000"/>
                    <a:lumOff val="50000"/>
                  </a:prstClr>
                </a:solidFill>
                <a:ea typeface="ＭＳ Ｐゴシック" pitchFamily="34" charset="-128"/>
              </a:rPr>
              <a:pPr/>
              <a:t>‹#›</a:t>
            </a:fld>
            <a:endParaRPr lang="en-AU">
              <a:solidFill>
                <a:prstClr val="black">
                  <a:lumMod val="50000"/>
                  <a:lumOff val="50000"/>
                </a:prstClr>
              </a:solidFill>
              <a:ea typeface="ＭＳ Ｐゴシック" pitchFamily="34" charset="-128"/>
            </a:endParaRPr>
          </a:p>
        </p:txBody>
      </p:sp>
      <p:sp>
        <p:nvSpPr>
          <p:cNvPr id="9" name="Date Placeholder 8"/>
          <p:cNvSpPr>
            <a:spLocks noGrp="1"/>
          </p:cNvSpPr>
          <p:nvPr>
            <p:ph type="dt" sz="half" idx="2"/>
          </p:nvPr>
        </p:nvSpPr>
        <p:spPr>
          <a:xfrm>
            <a:off x="4876801" y="6426201"/>
            <a:ext cx="2819399" cy="126999"/>
          </a:xfrm>
          <a:prstGeom prst="rect">
            <a:avLst/>
          </a:prstGeom>
        </p:spPr>
        <p:txBody>
          <a:bodyPr vert="horz" lIns="91440" tIns="45720" rIns="91440" bIns="45720" rtlCol="0" anchor="ctr"/>
          <a:lstStyle>
            <a:lvl1pPr algn="r">
              <a:defRPr sz="1050">
                <a:solidFill>
                  <a:schemeClr val="tx1">
                    <a:lumMod val="50000"/>
                    <a:lumOff val="50000"/>
                  </a:schemeClr>
                </a:solidFill>
              </a:defRPr>
            </a:lvl1pPr>
          </a:lstStyle>
          <a:p>
            <a:fld id="{32B5D784-C94F-4DA5-B5B5-CA36F2ADDE9E}" type="datetime1">
              <a:rPr lang="en-AU" smtClean="0">
                <a:solidFill>
                  <a:prstClr val="black">
                    <a:lumMod val="50000"/>
                    <a:lumOff val="50000"/>
                  </a:prstClr>
                </a:solidFill>
                <a:ea typeface="ＭＳ Ｐゴシック" pitchFamily="34" charset="-128"/>
              </a:rPr>
              <a:pPr/>
              <a:t>15/10/2024</a:t>
            </a:fld>
            <a:endParaRPr lang="en-AU">
              <a:solidFill>
                <a:prstClr val="black">
                  <a:lumMod val="50000"/>
                  <a:lumOff val="50000"/>
                </a:prstClr>
              </a:solidFill>
              <a:ea typeface="ＭＳ Ｐゴシック" pitchFamily="34" charset="-128"/>
            </a:endParaRPr>
          </a:p>
        </p:txBody>
      </p:sp>
      <p:sp>
        <p:nvSpPr>
          <p:cNvPr id="10" name="Footer Placeholder 9"/>
          <p:cNvSpPr>
            <a:spLocks noGrp="1"/>
          </p:cNvSpPr>
          <p:nvPr>
            <p:ph type="ftr" sz="quarter" idx="3"/>
          </p:nvPr>
        </p:nvSpPr>
        <p:spPr>
          <a:xfrm>
            <a:off x="4875213" y="6296248"/>
            <a:ext cx="2820987" cy="152400"/>
          </a:xfrm>
          <a:prstGeom prst="rect">
            <a:avLst/>
          </a:prstGeom>
        </p:spPr>
        <p:txBody>
          <a:bodyPr vert="horz" lIns="91440" tIns="45720" rIns="91440" bIns="45720" rtlCol="0" anchor="b"/>
          <a:lstStyle>
            <a:lvl1pPr algn="r">
              <a:defRPr sz="1050">
                <a:solidFill>
                  <a:schemeClr val="tx1"/>
                </a:solidFill>
              </a:defRPr>
            </a:lvl1pPr>
          </a:lstStyle>
          <a:p>
            <a:endParaRPr lang="en-AU">
              <a:solidFill>
                <a:prstClr val="black"/>
              </a:solidFill>
              <a:ea typeface="ＭＳ Ｐゴシック" pitchFamily="34" charset="-128"/>
            </a:endParaRPr>
          </a:p>
        </p:txBody>
      </p:sp>
    </p:spTree>
    <p:extLst>
      <p:ext uri="{BB962C8B-B14F-4D97-AF65-F5344CB8AC3E}">
        <p14:creationId xmlns:p14="http://schemas.microsoft.com/office/powerpoint/2010/main" val="1042087639"/>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61" r:id="rId17"/>
  </p:sldLayoutIdLst>
  <p:hf hdr="0" ftr="0" dt="0"/>
  <p:txStyles>
    <p:titleStyle>
      <a:lvl1pPr algn="r" defTabSz="914400" rtl="0" eaLnBrk="1" latinLnBrk="0" hangingPunct="1">
        <a:spcBef>
          <a:spcPct val="0"/>
        </a:spcBef>
        <a:buNone/>
        <a:defRPr sz="2800" kern="1200">
          <a:gradFill>
            <a:gsLst>
              <a:gs pos="0">
                <a:schemeClr val="tx1">
                  <a:lumMod val="50000"/>
                </a:schemeClr>
              </a:gs>
              <a:gs pos="61000">
                <a:schemeClr val="tx1"/>
              </a:gs>
            </a:gsLst>
            <a:lin ang="5400000" scaled="0"/>
          </a:gradFill>
          <a:effectLst/>
          <a:latin typeface="+mj-lt"/>
          <a:ea typeface="+mj-ea"/>
          <a:cs typeface="+mj-cs"/>
        </a:defRPr>
      </a:lvl1pPr>
    </p:titleStyle>
    <p:bodyStyle>
      <a:lvl1pPr marL="182880" indent="-182880" algn="l" defTabSz="914400" rtl="0" eaLnBrk="1" latinLnBrk="0" hangingPunct="1">
        <a:spcBef>
          <a:spcPct val="20000"/>
        </a:spcBef>
        <a:buClr>
          <a:schemeClr val="tx1">
            <a:lumMod val="50000"/>
            <a:lumOff val="50000"/>
          </a:schemeClr>
        </a:buClr>
        <a:buFont typeface="Wingdings" pitchFamily="2" charset="2"/>
        <a:buChar char="§"/>
        <a:defRPr sz="1800" kern="1200">
          <a:solidFill>
            <a:schemeClr val="tx1">
              <a:lumMod val="85000"/>
            </a:schemeClr>
          </a:solidFill>
          <a:latin typeface="+mn-lt"/>
          <a:ea typeface="+mn-ea"/>
          <a:cs typeface="+mn-cs"/>
        </a:defRPr>
      </a:lvl1pPr>
      <a:lvl2pPr marL="41148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2pPr>
      <a:lvl3pPr marL="59436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3pPr>
      <a:lvl4pPr marL="77724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4pPr>
      <a:lvl5pPr marL="96012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5pPr>
      <a:lvl6pPr marL="114300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6pPr>
      <a:lvl7pPr marL="132588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7pPr>
      <a:lvl8pPr marL="150876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8pPr>
      <a:lvl9pPr marL="169164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Picture 11" descr="sphere2.png"/>
          <p:cNvPicPr>
            <a:picLocks noChangeAspect="1"/>
          </p:cNvPicPr>
          <p:nvPr/>
        </p:nvPicPr>
        <p:blipFill>
          <a:blip r:embed="rId18" cstate="print"/>
          <a:stretch>
            <a:fillRect/>
          </a:stretch>
        </p:blipFill>
        <p:spPr>
          <a:xfrm>
            <a:off x="8823693" y="0"/>
            <a:ext cx="320307" cy="6858000"/>
          </a:xfrm>
          <a:prstGeom prst="rect">
            <a:avLst/>
          </a:prstGeom>
        </p:spPr>
      </p:pic>
      <p:sp>
        <p:nvSpPr>
          <p:cNvPr id="2" name="Title Placeholder 1"/>
          <p:cNvSpPr>
            <a:spLocks noGrp="1"/>
          </p:cNvSpPr>
          <p:nvPr>
            <p:ph type="title"/>
          </p:nvPr>
        </p:nvSpPr>
        <p:spPr>
          <a:xfrm>
            <a:off x="4876800" y="457200"/>
            <a:ext cx="2819400" cy="571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457200"/>
            <a:ext cx="3657600" cy="571499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7"/>
          <p:cNvSpPr>
            <a:spLocks noGrp="1"/>
          </p:cNvSpPr>
          <p:nvPr>
            <p:ph type="sldNum" sz="quarter" idx="4"/>
          </p:nvPr>
        </p:nvSpPr>
        <p:spPr>
          <a:xfrm>
            <a:off x="8246751" y="6625771"/>
            <a:ext cx="533400" cy="152400"/>
          </a:xfrm>
          <a:prstGeom prst="rect">
            <a:avLst/>
          </a:prstGeom>
        </p:spPr>
        <p:txBody>
          <a:bodyPr vert="horz" lIns="91440" tIns="45720" rIns="91440" bIns="45720" rtlCol="0" anchor="ctr"/>
          <a:lstStyle>
            <a:lvl1pPr algn="ctr">
              <a:defRPr sz="1600">
                <a:solidFill>
                  <a:schemeClr val="tx1">
                    <a:lumMod val="50000"/>
                    <a:lumOff val="50000"/>
                  </a:schemeClr>
                </a:solidFill>
              </a:defRPr>
            </a:lvl1pPr>
          </a:lstStyle>
          <a:p>
            <a:fld id="{F06E539D-8AB8-485C-BFEF-50E8D5427D32}" type="slidenum">
              <a:rPr lang="en-AU" smtClean="0">
                <a:solidFill>
                  <a:prstClr val="black">
                    <a:lumMod val="50000"/>
                    <a:lumOff val="50000"/>
                  </a:prstClr>
                </a:solidFill>
                <a:ea typeface="ＭＳ Ｐゴシック" pitchFamily="34" charset="-128"/>
              </a:rPr>
              <a:pPr/>
              <a:t>‹#›</a:t>
            </a:fld>
            <a:endParaRPr lang="en-AU">
              <a:solidFill>
                <a:prstClr val="black">
                  <a:lumMod val="50000"/>
                  <a:lumOff val="50000"/>
                </a:prstClr>
              </a:solidFill>
              <a:ea typeface="ＭＳ Ｐゴシック" pitchFamily="34" charset="-128"/>
            </a:endParaRPr>
          </a:p>
        </p:txBody>
      </p:sp>
      <p:sp>
        <p:nvSpPr>
          <p:cNvPr id="9" name="Date Placeholder 8"/>
          <p:cNvSpPr>
            <a:spLocks noGrp="1"/>
          </p:cNvSpPr>
          <p:nvPr>
            <p:ph type="dt" sz="half" idx="2"/>
          </p:nvPr>
        </p:nvSpPr>
        <p:spPr>
          <a:xfrm>
            <a:off x="4876801" y="6426201"/>
            <a:ext cx="2819399" cy="126999"/>
          </a:xfrm>
          <a:prstGeom prst="rect">
            <a:avLst/>
          </a:prstGeom>
        </p:spPr>
        <p:txBody>
          <a:bodyPr vert="horz" lIns="91440" tIns="45720" rIns="91440" bIns="45720" rtlCol="0" anchor="ctr"/>
          <a:lstStyle>
            <a:lvl1pPr algn="r">
              <a:defRPr sz="1050">
                <a:solidFill>
                  <a:schemeClr val="tx1">
                    <a:lumMod val="50000"/>
                    <a:lumOff val="50000"/>
                  </a:schemeClr>
                </a:solidFill>
              </a:defRPr>
            </a:lvl1pPr>
          </a:lstStyle>
          <a:p>
            <a:fld id="{2BC67A52-7419-4FA8-9DFA-EF36036C9D68}" type="datetimeFigureOut">
              <a:rPr lang="en-AU" smtClean="0">
                <a:solidFill>
                  <a:prstClr val="black">
                    <a:lumMod val="50000"/>
                    <a:lumOff val="50000"/>
                  </a:prstClr>
                </a:solidFill>
                <a:ea typeface="ＭＳ Ｐゴシック" pitchFamily="34" charset="-128"/>
              </a:rPr>
              <a:pPr/>
              <a:t>15/10/2024</a:t>
            </a:fld>
            <a:endParaRPr lang="en-AU">
              <a:solidFill>
                <a:prstClr val="black">
                  <a:lumMod val="50000"/>
                  <a:lumOff val="50000"/>
                </a:prstClr>
              </a:solidFill>
              <a:ea typeface="ＭＳ Ｐゴシック" pitchFamily="34" charset="-128"/>
            </a:endParaRPr>
          </a:p>
        </p:txBody>
      </p:sp>
      <p:sp>
        <p:nvSpPr>
          <p:cNvPr id="10" name="Footer Placeholder 9"/>
          <p:cNvSpPr>
            <a:spLocks noGrp="1"/>
          </p:cNvSpPr>
          <p:nvPr>
            <p:ph type="ftr" sz="quarter" idx="3"/>
          </p:nvPr>
        </p:nvSpPr>
        <p:spPr>
          <a:xfrm>
            <a:off x="4875213" y="6296248"/>
            <a:ext cx="2820987" cy="152400"/>
          </a:xfrm>
          <a:prstGeom prst="rect">
            <a:avLst/>
          </a:prstGeom>
        </p:spPr>
        <p:txBody>
          <a:bodyPr vert="horz" lIns="91440" tIns="45720" rIns="91440" bIns="45720" rtlCol="0" anchor="b"/>
          <a:lstStyle>
            <a:lvl1pPr algn="r">
              <a:defRPr sz="1050">
                <a:solidFill>
                  <a:schemeClr val="tx1"/>
                </a:solidFill>
              </a:defRPr>
            </a:lvl1pPr>
          </a:lstStyle>
          <a:p>
            <a:endParaRPr lang="en-AU">
              <a:solidFill>
                <a:prstClr val="black"/>
              </a:solidFill>
              <a:ea typeface="ＭＳ Ｐゴシック" pitchFamily="34" charset="-128"/>
            </a:endParaRPr>
          </a:p>
        </p:txBody>
      </p:sp>
    </p:spTree>
    <p:extLst>
      <p:ext uri="{BB962C8B-B14F-4D97-AF65-F5344CB8AC3E}">
        <p14:creationId xmlns:p14="http://schemas.microsoft.com/office/powerpoint/2010/main" val="1944066025"/>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Lst>
  <p:txStyles>
    <p:titleStyle>
      <a:lvl1pPr algn="r" defTabSz="914400" rtl="0" eaLnBrk="1" latinLnBrk="0" hangingPunct="1">
        <a:spcBef>
          <a:spcPct val="0"/>
        </a:spcBef>
        <a:buNone/>
        <a:defRPr sz="2800" kern="1200">
          <a:gradFill>
            <a:gsLst>
              <a:gs pos="0">
                <a:schemeClr val="tx1">
                  <a:lumMod val="50000"/>
                </a:schemeClr>
              </a:gs>
              <a:gs pos="61000">
                <a:schemeClr val="tx1"/>
              </a:gs>
            </a:gsLst>
            <a:lin ang="5400000" scaled="0"/>
          </a:gradFill>
          <a:effectLst/>
          <a:latin typeface="+mj-lt"/>
          <a:ea typeface="+mj-ea"/>
          <a:cs typeface="+mj-cs"/>
        </a:defRPr>
      </a:lvl1pPr>
    </p:titleStyle>
    <p:bodyStyle>
      <a:lvl1pPr marL="182880" indent="-182880" algn="l" defTabSz="914400" rtl="0" eaLnBrk="1" latinLnBrk="0" hangingPunct="1">
        <a:spcBef>
          <a:spcPct val="20000"/>
        </a:spcBef>
        <a:buClr>
          <a:schemeClr val="tx1">
            <a:lumMod val="50000"/>
            <a:lumOff val="50000"/>
          </a:schemeClr>
        </a:buClr>
        <a:buFont typeface="Wingdings" pitchFamily="2" charset="2"/>
        <a:buChar char="§"/>
        <a:defRPr sz="1800" kern="1200">
          <a:solidFill>
            <a:schemeClr val="tx1">
              <a:lumMod val="85000"/>
            </a:schemeClr>
          </a:solidFill>
          <a:latin typeface="+mn-lt"/>
          <a:ea typeface="+mn-ea"/>
          <a:cs typeface="+mn-cs"/>
        </a:defRPr>
      </a:lvl1pPr>
      <a:lvl2pPr marL="41148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2pPr>
      <a:lvl3pPr marL="59436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3pPr>
      <a:lvl4pPr marL="77724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4pPr>
      <a:lvl5pPr marL="96012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5pPr>
      <a:lvl6pPr marL="114300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6pPr>
      <a:lvl7pPr marL="132588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7pPr>
      <a:lvl8pPr marL="150876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8pPr>
      <a:lvl9pPr marL="169164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oleObject" Target="../embeddings/oleObject2.bin"/><Relationship Id="rId4" Type="http://schemas.openxmlformats.org/officeDocument/2006/relationships/image" Target="../media/image4.emf"/></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9" Type="http://schemas.openxmlformats.org/officeDocument/2006/relationships/tags" Target="../tags/tag39.xml"/><Relationship Id="rId3" Type="http://schemas.openxmlformats.org/officeDocument/2006/relationships/tags" Target="../tags/tag3.xml"/><Relationship Id="rId21" Type="http://schemas.openxmlformats.org/officeDocument/2006/relationships/tags" Target="../tags/tag21.xml"/><Relationship Id="rId34" Type="http://schemas.openxmlformats.org/officeDocument/2006/relationships/tags" Target="../tags/tag34.xml"/><Relationship Id="rId42" Type="http://schemas.openxmlformats.org/officeDocument/2006/relationships/slideLayout" Target="../slideLayouts/slideLayout2.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tags" Target="../tags/tag29.xml"/><Relationship Id="rId41" Type="http://schemas.openxmlformats.org/officeDocument/2006/relationships/tags" Target="../tags/tag41.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37" Type="http://schemas.openxmlformats.org/officeDocument/2006/relationships/tags" Target="../tags/tag37.xml"/><Relationship Id="rId40" Type="http://schemas.openxmlformats.org/officeDocument/2006/relationships/tags" Target="../tags/tag40.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tags" Target="../tags/tag3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tags" Target="../tags/tag35.xml"/><Relationship Id="rId4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jpe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21.jpeg"/><Relationship Id="rId7" Type="http://schemas.openxmlformats.org/officeDocument/2006/relationships/image" Target="../media/image24.emf"/><Relationship Id="rId2" Type="http://schemas.openxmlformats.org/officeDocument/2006/relationships/notesSlide" Target="../notesSlides/notesSlide13.xml"/><Relationship Id="rId1" Type="http://schemas.openxmlformats.org/officeDocument/2006/relationships/slideLayout" Target="../slideLayouts/slideLayout17.xml"/><Relationship Id="rId6" Type="http://schemas.openxmlformats.org/officeDocument/2006/relationships/image" Target="../media/image23.wmf"/><Relationship Id="rId5" Type="http://schemas.openxmlformats.org/officeDocument/2006/relationships/oleObject" Target="../embeddings/oleObject4.bin"/><Relationship Id="rId4" Type="http://schemas.openxmlformats.org/officeDocument/2006/relationships/image" Target="../media/image22.jpeg"/><Relationship Id="rId9" Type="http://schemas.openxmlformats.org/officeDocument/2006/relationships/image" Target="../media/image25.emf"/></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jpeg"/></Relationships>
</file>

<file path=ppt/slides/_rels/slide1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3.jpeg"/><Relationship Id="rId4" Type="http://schemas.openxmlformats.org/officeDocument/2006/relationships/image" Target="../media/image32.jpeg"/></Relationships>
</file>

<file path=ppt/slides/_rels/slide1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37.emf"/><Relationship Id="rId13" Type="http://schemas.openxmlformats.org/officeDocument/2006/relationships/oleObject" Target="../embeddings/oleObject11.bin"/><Relationship Id="rId18" Type="http://schemas.openxmlformats.org/officeDocument/2006/relationships/image" Target="../media/image43.jpeg"/><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image" Target="../media/image39.emf"/><Relationship Id="rId17" Type="http://schemas.openxmlformats.org/officeDocument/2006/relationships/image" Target="../media/image42.jpeg"/><Relationship Id="rId2" Type="http://schemas.openxmlformats.org/officeDocument/2006/relationships/notesSlide" Target="../notesSlides/notesSlide19.xml"/><Relationship Id="rId16" Type="http://schemas.openxmlformats.org/officeDocument/2006/relationships/image" Target="../media/image41.emf"/><Relationship Id="rId1" Type="http://schemas.openxmlformats.org/officeDocument/2006/relationships/slideLayout" Target="../slideLayouts/slideLayout2.xml"/><Relationship Id="rId6" Type="http://schemas.openxmlformats.org/officeDocument/2006/relationships/image" Target="../media/image36.emf"/><Relationship Id="rId11" Type="http://schemas.openxmlformats.org/officeDocument/2006/relationships/oleObject" Target="../embeddings/oleObject10.bin"/><Relationship Id="rId5" Type="http://schemas.openxmlformats.org/officeDocument/2006/relationships/oleObject" Target="../embeddings/oleObject7.bin"/><Relationship Id="rId15" Type="http://schemas.openxmlformats.org/officeDocument/2006/relationships/oleObject" Target="../embeddings/oleObject12.bin"/><Relationship Id="rId10" Type="http://schemas.openxmlformats.org/officeDocument/2006/relationships/image" Target="../media/image38.emf"/><Relationship Id="rId19" Type="http://schemas.openxmlformats.org/officeDocument/2006/relationships/image" Target="../media/image44.jpeg"/><Relationship Id="rId4" Type="http://schemas.openxmlformats.org/officeDocument/2006/relationships/image" Target="../media/image35.emf"/><Relationship Id="rId9" Type="http://schemas.openxmlformats.org/officeDocument/2006/relationships/oleObject" Target="../embeddings/oleObject9.bin"/><Relationship Id="rId14" Type="http://schemas.openxmlformats.org/officeDocument/2006/relationships/image" Target="../media/image40.emf"/></Relationships>
</file>

<file path=ppt/slides/_rels/slide2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46.jpeg"/><Relationship Id="rId4" Type="http://schemas.openxmlformats.org/officeDocument/2006/relationships/image" Target="../media/image45.jpeg"/></Relationships>
</file>

<file path=ppt/slides/_rels/slide21.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7.jpeg"/></Relationships>
</file>

<file path=ppt/slides/_rels/slide2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47.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www.bpmn.org/" TargetMode="External"/><Relationship Id="rId2" Type="http://schemas.openxmlformats.org/officeDocument/2006/relationships/notesSlide" Target="../notesSlides/notesSlide23.xml"/><Relationship Id="rId1" Type="http://schemas.openxmlformats.org/officeDocument/2006/relationships/slideLayout" Target="../slideLayouts/slideLayout19.xml"/><Relationship Id="rId4" Type="http://schemas.openxmlformats.org/officeDocument/2006/relationships/image" Target="../media/image48.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8" Type="http://schemas.openxmlformats.org/officeDocument/2006/relationships/image" Target="../media/image51.emf"/><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image" Target="../media/image53.emf"/><Relationship Id="rId2" Type="http://schemas.openxmlformats.org/officeDocument/2006/relationships/notesSlide" Target="../notesSlides/notesSlide25.xml"/><Relationship Id="rId1" Type="http://schemas.openxmlformats.org/officeDocument/2006/relationships/slideLayout" Target="../slideLayouts/slideLayout19.xml"/><Relationship Id="rId6" Type="http://schemas.openxmlformats.org/officeDocument/2006/relationships/image" Target="../media/image50.emf"/><Relationship Id="rId11" Type="http://schemas.openxmlformats.org/officeDocument/2006/relationships/oleObject" Target="../embeddings/oleObject17.bin"/><Relationship Id="rId5" Type="http://schemas.openxmlformats.org/officeDocument/2006/relationships/oleObject" Target="../embeddings/oleObject14.bin"/><Relationship Id="rId10" Type="http://schemas.openxmlformats.org/officeDocument/2006/relationships/image" Target="../media/image52.emf"/><Relationship Id="rId4" Type="http://schemas.openxmlformats.org/officeDocument/2006/relationships/image" Target="../media/image49.emf"/><Relationship Id="rId9" Type="http://schemas.openxmlformats.org/officeDocument/2006/relationships/oleObject" Target="../embeddings/oleObject16.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8" Type="http://schemas.openxmlformats.org/officeDocument/2006/relationships/image" Target="../media/image56.emf"/><Relationship Id="rId13" Type="http://schemas.openxmlformats.org/officeDocument/2006/relationships/oleObject" Target="../embeddings/oleObject23.bin"/><Relationship Id="rId3" Type="http://schemas.openxmlformats.org/officeDocument/2006/relationships/oleObject" Target="../embeddings/oleObject18.bin"/><Relationship Id="rId7" Type="http://schemas.openxmlformats.org/officeDocument/2006/relationships/oleObject" Target="../embeddings/oleObject20.bin"/><Relationship Id="rId12" Type="http://schemas.openxmlformats.org/officeDocument/2006/relationships/image" Target="../media/image58.emf"/><Relationship Id="rId2" Type="http://schemas.openxmlformats.org/officeDocument/2006/relationships/notesSlide" Target="../notesSlides/notesSlide26.xml"/><Relationship Id="rId16" Type="http://schemas.openxmlformats.org/officeDocument/2006/relationships/image" Target="../media/image60.emf"/><Relationship Id="rId1" Type="http://schemas.openxmlformats.org/officeDocument/2006/relationships/slideLayout" Target="../slideLayouts/slideLayout19.xml"/><Relationship Id="rId6" Type="http://schemas.openxmlformats.org/officeDocument/2006/relationships/image" Target="../media/image55.emf"/><Relationship Id="rId11" Type="http://schemas.openxmlformats.org/officeDocument/2006/relationships/oleObject" Target="../embeddings/oleObject22.bin"/><Relationship Id="rId5" Type="http://schemas.openxmlformats.org/officeDocument/2006/relationships/oleObject" Target="../embeddings/oleObject19.bin"/><Relationship Id="rId15" Type="http://schemas.openxmlformats.org/officeDocument/2006/relationships/oleObject" Target="../embeddings/oleObject24.bin"/><Relationship Id="rId10" Type="http://schemas.openxmlformats.org/officeDocument/2006/relationships/image" Target="../media/image57.emf"/><Relationship Id="rId4" Type="http://schemas.openxmlformats.org/officeDocument/2006/relationships/image" Target="../media/image54.emf"/><Relationship Id="rId9" Type="http://schemas.openxmlformats.org/officeDocument/2006/relationships/oleObject" Target="../embeddings/oleObject21.bin"/><Relationship Id="rId14" Type="http://schemas.openxmlformats.org/officeDocument/2006/relationships/image" Target="../media/image59.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notesSlide" Target="../notesSlides/notesSlide28.xml"/><Relationship Id="rId1" Type="http://schemas.openxmlformats.org/officeDocument/2006/relationships/slideLayout" Target="../slideLayouts/slideLayout19.xml"/><Relationship Id="rId4" Type="http://schemas.openxmlformats.org/officeDocument/2006/relationships/image" Target="../media/image61.emf"/></Relationships>
</file>

<file path=ppt/slides/_rels/slide31.xml.rels><?xml version="1.0" encoding="UTF-8" standalone="yes"?>
<Relationships xmlns="http://schemas.openxmlformats.org/package/2006/relationships"><Relationship Id="rId8" Type="http://schemas.openxmlformats.org/officeDocument/2006/relationships/image" Target="../media/image52.emf"/><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notesSlide" Target="../notesSlides/notesSlide29.xml"/><Relationship Id="rId1" Type="http://schemas.openxmlformats.org/officeDocument/2006/relationships/slideLayout" Target="../slideLayouts/slideLayout19.xml"/><Relationship Id="rId6" Type="http://schemas.openxmlformats.org/officeDocument/2006/relationships/image" Target="../media/image51.emf"/><Relationship Id="rId5" Type="http://schemas.openxmlformats.org/officeDocument/2006/relationships/oleObject" Target="../embeddings/oleObject27.bin"/><Relationship Id="rId4" Type="http://schemas.openxmlformats.org/officeDocument/2006/relationships/image" Target="../media/image49.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notesSlide" Target="../notesSlides/notesSlide30.xml"/><Relationship Id="rId1" Type="http://schemas.openxmlformats.org/officeDocument/2006/relationships/slideLayout" Target="../slideLayouts/slideLayout19.xml"/><Relationship Id="rId6" Type="http://schemas.openxmlformats.org/officeDocument/2006/relationships/image" Target="../media/image50.emf"/><Relationship Id="rId5" Type="http://schemas.openxmlformats.org/officeDocument/2006/relationships/oleObject" Target="../embeddings/oleObject30.bin"/><Relationship Id="rId4" Type="http://schemas.openxmlformats.org/officeDocument/2006/relationships/image" Target="../media/image53.e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notesSlide" Target="../notesSlides/notesSlide31.xml"/><Relationship Id="rId1" Type="http://schemas.openxmlformats.org/officeDocument/2006/relationships/slideLayout" Target="../slideLayouts/slideLayout19.xml"/><Relationship Id="rId4" Type="http://schemas.openxmlformats.org/officeDocument/2006/relationships/image" Target="../media/image62.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notesSlide" Target="../notesSlides/notesSlide32.xml"/><Relationship Id="rId1" Type="http://schemas.openxmlformats.org/officeDocument/2006/relationships/slideLayout" Target="../slideLayouts/slideLayout19.xml"/><Relationship Id="rId6" Type="http://schemas.openxmlformats.org/officeDocument/2006/relationships/image" Target="../media/image52.emf"/><Relationship Id="rId5" Type="http://schemas.openxmlformats.org/officeDocument/2006/relationships/oleObject" Target="../embeddings/oleObject33.bin"/><Relationship Id="rId4" Type="http://schemas.openxmlformats.org/officeDocument/2006/relationships/image" Target="../media/image51.emf"/></Relationships>
</file>

<file path=ppt/slides/_rels/slide3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3.xml"/><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34.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6840" name="Object 2"/>
          <p:cNvGraphicFramePr>
            <a:graphicFrameLocks noChangeAspect="1"/>
          </p:cNvGraphicFramePr>
          <p:nvPr/>
        </p:nvGraphicFramePr>
        <p:xfrm>
          <a:off x="14168" y="2862024"/>
          <a:ext cx="8845062" cy="2967404"/>
        </p:xfrm>
        <a:graphic>
          <a:graphicData uri="http://schemas.openxmlformats.org/presentationml/2006/ole">
            <mc:AlternateContent xmlns:mc="http://schemas.openxmlformats.org/markup-compatibility/2006">
              <mc:Choice xmlns:v="urn:schemas-microsoft-com:vml" Requires="v">
                <p:oleObj name="Visio" r:id="rId3" imgW="11296926" imgH="3749439" progId="Visio.Drawing.11">
                  <p:embed/>
                </p:oleObj>
              </mc:Choice>
              <mc:Fallback>
                <p:oleObj name="Visio" r:id="rId3" imgW="11296926" imgH="3749439" progId="Visio.Drawing.11">
                  <p:embed/>
                  <p:pic>
                    <p:nvPicPr>
                      <p:cNvPr id="0" name=""/>
                      <p:cNvPicPr>
                        <a:picLocks noChangeAspect="1" noChangeArrowheads="1"/>
                      </p:cNvPicPr>
                      <p:nvPr/>
                    </p:nvPicPr>
                    <p:blipFill>
                      <a:blip r:embed="rId4"/>
                      <a:srcRect/>
                      <a:stretch>
                        <a:fillRect/>
                      </a:stretch>
                    </p:blipFill>
                    <p:spPr bwMode="auto">
                      <a:xfrm>
                        <a:off x="14168" y="2862024"/>
                        <a:ext cx="8845062" cy="2967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51" name="Rectangle 2"/>
          <p:cNvSpPr>
            <a:spLocks noGrp="1" noChangeArrowheads="1"/>
          </p:cNvSpPr>
          <p:nvPr>
            <p:ph type="title"/>
          </p:nvPr>
        </p:nvSpPr>
        <p:spPr>
          <a:xfrm>
            <a:off x="264543" y="235106"/>
            <a:ext cx="8391686" cy="792088"/>
          </a:xfrm>
        </p:spPr>
        <p:txBody>
          <a:bodyPr>
            <a:normAutofit/>
          </a:bodyPr>
          <a:lstStyle/>
          <a:p>
            <a:r>
              <a:rPr lang="en-AU" dirty="0">
                <a:ea typeface="ＭＳ Ｐゴシック" pitchFamily="34" charset="-128"/>
              </a:rPr>
              <a:t>Process models – conveying transparency</a:t>
            </a:r>
          </a:p>
        </p:txBody>
      </p:sp>
      <p:graphicFrame>
        <p:nvGraphicFramePr>
          <p:cNvPr id="376837" name="Object 3"/>
          <p:cNvGraphicFramePr>
            <a:graphicFrameLocks noChangeAspect="1"/>
          </p:cNvGraphicFramePr>
          <p:nvPr/>
        </p:nvGraphicFramePr>
        <p:xfrm>
          <a:off x="1498602" y="3367582"/>
          <a:ext cx="6056435" cy="2244969"/>
        </p:xfrm>
        <a:graphic>
          <a:graphicData uri="http://schemas.openxmlformats.org/presentationml/2006/ole">
            <mc:AlternateContent xmlns:mc="http://schemas.openxmlformats.org/markup-compatibility/2006">
              <mc:Choice xmlns:v="urn:schemas-microsoft-com:vml" Requires="v">
                <p:oleObj name="Visio" r:id="rId5" imgW="7084595" imgH="2530467" progId="Visio.Drawing.11">
                  <p:embed/>
                </p:oleObj>
              </mc:Choice>
              <mc:Fallback>
                <p:oleObj name="Visio" r:id="rId5" imgW="7084595" imgH="2530467" progId="Visio.Drawing.11">
                  <p:embed/>
                  <p:pic>
                    <p:nvPicPr>
                      <p:cNvPr id="0" name=""/>
                      <p:cNvPicPr>
                        <a:picLocks noChangeAspect="1" noChangeArrowheads="1"/>
                      </p:cNvPicPr>
                      <p:nvPr/>
                    </p:nvPicPr>
                    <p:blipFill>
                      <a:blip r:embed="rId6"/>
                      <a:srcRect/>
                      <a:stretch>
                        <a:fillRect/>
                      </a:stretch>
                    </p:blipFill>
                    <p:spPr bwMode="auto">
                      <a:xfrm>
                        <a:off x="1498602" y="3367582"/>
                        <a:ext cx="6056435" cy="2244969"/>
                      </a:xfrm>
                      <a:prstGeom prst="rect">
                        <a:avLst/>
                      </a:prstGeom>
                      <a:noFill/>
                      <a:ln>
                        <a:noFill/>
                      </a:ln>
                      <a:effectLst/>
                    </p:spPr>
                  </p:pic>
                </p:oleObj>
              </mc:Fallback>
            </mc:AlternateContent>
          </a:graphicData>
        </a:graphic>
      </p:graphicFrame>
      <p:graphicFrame>
        <p:nvGraphicFramePr>
          <p:cNvPr id="376838" name="Object 4"/>
          <p:cNvGraphicFramePr>
            <a:graphicFrameLocks noChangeAspect="1"/>
          </p:cNvGraphicFramePr>
          <p:nvPr/>
        </p:nvGraphicFramePr>
        <p:xfrm>
          <a:off x="2392363" y="2603500"/>
          <a:ext cx="5684837" cy="2462213"/>
        </p:xfrm>
        <a:graphic>
          <a:graphicData uri="http://schemas.openxmlformats.org/presentationml/2006/ole">
            <mc:AlternateContent xmlns:mc="http://schemas.openxmlformats.org/markup-compatibility/2006">
              <mc:Choice xmlns:v="urn:schemas-microsoft-com:vml" Requires="v">
                <p:oleObj name="Visio" r:id="rId7" imgW="6659513" imgH="3126003" progId="Visio.Drawing.11">
                  <p:embed/>
                </p:oleObj>
              </mc:Choice>
              <mc:Fallback>
                <p:oleObj name="Visio" r:id="rId7" imgW="6659513" imgH="3126003" progId="Visio.Drawing.11">
                  <p:embed/>
                  <p:pic>
                    <p:nvPicPr>
                      <p:cNvPr id="0" name=""/>
                      <p:cNvPicPr>
                        <a:picLocks noChangeAspect="1" noChangeArrowheads="1"/>
                      </p:cNvPicPr>
                      <p:nvPr/>
                    </p:nvPicPr>
                    <p:blipFill>
                      <a:blip r:embed="rId8"/>
                      <a:srcRect/>
                      <a:stretch>
                        <a:fillRect/>
                      </a:stretch>
                    </p:blipFill>
                    <p:spPr bwMode="auto">
                      <a:xfrm>
                        <a:off x="2392363" y="2603500"/>
                        <a:ext cx="5684837"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6841" name="Rectangle 9"/>
          <p:cNvSpPr>
            <a:spLocks noChangeArrowheads="1"/>
          </p:cNvSpPr>
          <p:nvPr/>
        </p:nvSpPr>
        <p:spPr bwMode="auto">
          <a:xfrm>
            <a:off x="-20027" y="1089000"/>
            <a:ext cx="8960826" cy="1200329"/>
          </a:xfrm>
          <a:prstGeom prst="rect">
            <a:avLst/>
          </a:prstGeom>
          <a:noFill/>
          <a:ln w="9525">
            <a:noFill/>
            <a:miter lim="800000"/>
            <a:headEnd/>
            <a:tailEnd/>
          </a:ln>
        </p:spPr>
        <p:txBody>
          <a:bodyPr wrap="square">
            <a:spAutoFit/>
          </a:bodyPr>
          <a:lstStyle/>
          <a:p>
            <a:pPr marL="738572" lvl="1" indent="-316531" defTabSz="457200">
              <a:buFontTx/>
              <a:buAutoNum type="arabicPeriod"/>
              <a:tabLst>
                <a:tab pos="326789" algn="l"/>
                <a:tab pos="417646" algn="l"/>
                <a:tab pos="1569467" algn="l"/>
                <a:tab pos="1824450" algn="l"/>
              </a:tabLst>
              <a:defRPr/>
            </a:pPr>
            <a:r>
              <a:rPr lang="en-AU" sz="2400" dirty="0">
                <a:solidFill>
                  <a:prstClr val="black">
                    <a:lumMod val="75000"/>
                    <a:lumOff val="25000"/>
                  </a:prstClr>
                </a:solidFill>
                <a:ea typeface="ＭＳ Ｐゴシック" pitchFamily="34" charset="-128"/>
                <a:cs typeface="Arial" charset="0"/>
              </a:rPr>
              <a:t> What we need to do and when – </a:t>
            </a:r>
            <a:r>
              <a:rPr lang="en-AU" sz="2400" i="1" dirty="0">
                <a:solidFill>
                  <a:prstClr val="black">
                    <a:lumMod val="75000"/>
                    <a:lumOff val="25000"/>
                  </a:prstClr>
                </a:solidFill>
                <a:ea typeface="ＭＳ Ｐゴシック" pitchFamily="34" charset="-128"/>
                <a:cs typeface="Arial" charset="0"/>
              </a:rPr>
              <a:t>Control flow</a:t>
            </a:r>
            <a:endParaRPr lang="en-AU" sz="2400" dirty="0">
              <a:solidFill>
                <a:prstClr val="black">
                  <a:lumMod val="75000"/>
                  <a:lumOff val="25000"/>
                </a:prstClr>
              </a:solidFill>
              <a:ea typeface="ＭＳ Ｐゴシック" pitchFamily="34" charset="-128"/>
              <a:cs typeface="Arial" charset="0"/>
            </a:endParaRPr>
          </a:p>
          <a:p>
            <a:pPr marL="738572" lvl="1" indent="-316531" defTabSz="457200">
              <a:buFontTx/>
              <a:buAutoNum type="arabicPeriod"/>
              <a:tabLst>
                <a:tab pos="326789" algn="l"/>
                <a:tab pos="417646" algn="l"/>
                <a:tab pos="1569467" algn="l"/>
                <a:tab pos="1824450" algn="l"/>
              </a:tabLst>
              <a:defRPr/>
            </a:pPr>
            <a:r>
              <a:rPr lang="en-AU" sz="2400" dirty="0">
                <a:solidFill>
                  <a:prstClr val="black">
                    <a:lumMod val="75000"/>
                    <a:lumOff val="25000"/>
                  </a:prstClr>
                </a:solidFill>
                <a:ea typeface="ＭＳ Ｐゴシック" pitchFamily="34" charset="-128"/>
                <a:cs typeface="Arial" charset="0"/>
              </a:rPr>
              <a:t> What we need to work on – </a:t>
            </a:r>
            <a:r>
              <a:rPr lang="en-AU" sz="2400" i="1" dirty="0">
                <a:solidFill>
                  <a:prstClr val="black">
                    <a:lumMod val="75000"/>
                    <a:lumOff val="25000"/>
                  </a:prstClr>
                </a:solidFill>
                <a:ea typeface="ＭＳ Ｐゴシック" pitchFamily="34" charset="-128"/>
                <a:cs typeface="Arial" charset="0"/>
              </a:rPr>
              <a:t>Artifacts (physical &amp; electronic)</a:t>
            </a:r>
            <a:endParaRPr lang="en-AU" sz="2400" dirty="0">
              <a:solidFill>
                <a:prstClr val="black">
                  <a:lumMod val="75000"/>
                  <a:lumOff val="25000"/>
                </a:prstClr>
              </a:solidFill>
              <a:ea typeface="ＭＳ Ｐゴシック" pitchFamily="34" charset="-128"/>
              <a:cs typeface="Arial" charset="0"/>
            </a:endParaRPr>
          </a:p>
          <a:p>
            <a:pPr marL="738572" lvl="1" indent="-316531" defTabSz="457200">
              <a:buFontTx/>
              <a:buAutoNum type="arabicPeriod"/>
              <a:tabLst>
                <a:tab pos="326789" algn="l"/>
                <a:tab pos="417646" algn="l"/>
                <a:tab pos="1569467" algn="l"/>
                <a:tab pos="1824450" algn="l"/>
              </a:tabLst>
              <a:defRPr/>
            </a:pPr>
            <a:r>
              <a:rPr lang="en-AU" sz="2400" dirty="0">
                <a:solidFill>
                  <a:prstClr val="black">
                    <a:lumMod val="75000"/>
                    <a:lumOff val="25000"/>
                  </a:prstClr>
                </a:solidFill>
                <a:ea typeface="ＭＳ Ｐゴシック" pitchFamily="34" charset="-128"/>
                <a:cs typeface="Arial" charset="0"/>
              </a:rPr>
              <a:t> Who does the work – </a:t>
            </a:r>
            <a:r>
              <a:rPr lang="en-AU" sz="2400" i="1" dirty="0">
                <a:solidFill>
                  <a:prstClr val="black">
                    <a:lumMod val="75000"/>
                    <a:lumOff val="25000"/>
                  </a:prstClr>
                </a:solidFill>
                <a:ea typeface="ＭＳ Ｐゴシック" pitchFamily="34" charset="-128"/>
                <a:cs typeface="Arial" charset="0"/>
              </a:rPr>
              <a:t>Resources (human &amp; systems)</a:t>
            </a:r>
            <a:r>
              <a:rPr lang="en-AU" sz="2400" dirty="0">
                <a:solidFill>
                  <a:prstClr val="black">
                    <a:lumMod val="75000"/>
                    <a:lumOff val="25000"/>
                  </a:prstClr>
                </a:solidFill>
                <a:ea typeface="ＭＳ Ｐゴシック" pitchFamily="34" charset="-128"/>
                <a:cs typeface="Arial" charset="0"/>
              </a:rPr>
              <a:t>	</a:t>
            </a: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1</a:t>
            </a:fld>
            <a:endParaRPr lang="en-AU">
              <a:solidFill>
                <a:prstClr val="black">
                  <a:lumMod val="50000"/>
                  <a:lumOff val="50000"/>
                </a:prstClr>
              </a:solidFill>
            </a:endParaRPr>
          </a:p>
        </p:txBody>
      </p:sp>
    </p:spTree>
    <p:extLst>
      <p:ext uri="{BB962C8B-B14F-4D97-AF65-F5344CB8AC3E}">
        <p14:creationId xmlns:p14="http://schemas.microsoft.com/office/powerpoint/2010/main" val="16525707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76841">
                                            <p:txEl>
                                              <p:pRg st="0" end="0"/>
                                            </p:txEl>
                                          </p:spTgt>
                                        </p:tgtEl>
                                        <p:attrNameLst>
                                          <p:attrName>style.visibility</p:attrName>
                                        </p:attrNameLst>
                                      </p:cBhvr>
                                      <p:to>
                                        <p:strVal val="visible"/>
                                      </p:to>
                                    </p:set>
                                    <p:animEffect transition="in" filter="wipe(up)">
                                      <p:cBhvr>
                                        <p:cTn id="7" dur="500"/>
                                        <p:tgtEl>
                                          <p:spTgt spid="376841">
                                            <p:txEl>
                                              <p:pRg st="0" end="0"/>
                                            </p:txEl>
                                          </p:spTgt>
                                        </p:tgtEl>
                                      </p:cBhvr>
                                    </p:animEffect>
                                  </p:childTnLst>
                                </p:cTn>
                              </p:par>
                            </p:childTnLst>
                          </p:cTn>
                        </p:par>
                        <p:par>
                          <p:cTn id="8" fill="hold" nodeType="afterGroup">
                            <p:stCondLst>
                              <p:cond delay="500"/>
                            </p:stCondLst>
                            <p:childTnLst>
                              <p:par>
                                <p:cTn id="9" presetID="10" presetClass="entr" presetSubtype="0" fill="hold" nodeType="afterEffect">
                                  <p:stCondLst>
                                    <p:cond delay="0"/>
                                  </p:stCondLst>
                                  <p:childTnLst>
                                    <p:set>
                                      <p:cBhvr>
                                        <p:cTn id="10" dur="1" fill="hold">
                                          <p:stCondLst>
                                            <p:cond delay="0"/>
                                          </p:stCondLst>
                                        </p:cTn>
                                        <p:tgtEl>
                                          <p:spTgt spid="376837"/>
                                        </p:tgtEl>
                                        <p:attrNameLst>
                                          <p:attrName>style.visibility</p:attrName>
                                        </p:attrNameLst>
                                      </p:cBhvr>
                                      <p:to>
                                        <p:strVal val="visible"/>
                                      </p:to>
                                    </p:set>
                                    <p:animEffect transition="in" filter="fade">
                                      <p:cBhvr>
                                        <p:cTn id="11" dur="500"/>
                                        <p:tgtEl>
                                          <p:spTgt spid="37683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376841">
                                            <p:txEl>
                                              <p:pRg st="1" end="1"/>
                                            </p:txEl>
                                          </p:spTgt>
                                        </p:tgtEl>
                                        <p:attrNameLst>
                                          <p:attrName>style.visibility</p:attrName>
                                        </p:attrNameLst>
                                      </p:cBhvr>
                                      <p:to>
                                        <p:strVal val="visible"/>
                                      </p:to>
                                    </p:set>
                                    <p:animEffect transition="in" filter="wipe(up)">
                                      <p:cBhvr>
                                        <p:cTn id="16" dur="500"/>
                                        <p:tgtEl>
                                          <p:spTgt spid="376841">
                                            <p:txEl>
                                              <p:pRg st="1" end="1"/>
                                            </p:txEl>
                                          </p:spTgt>
                                        </p:tgtEl>
                                      </p:cBhvr>
                                    </p:animEffect>
                                  </p:childTnLst>
                                </p:cTn>
                              </p:par>
                            </p:childTnLst>
                          </p:cTn>
                        </p:par>
                        <p:par>
                          <p:cTn id="17" fill="hold" nodeType="afterGroup">
                            <p:stCondLst>
                              <p:cond delay="1000"/>
                            </p:stCondLst>
                            <p:childTnLst>
                              <p:par>
                                <p:cTn id="18" presetID="10" presetClass="entr" presetSubtype="0" fill="hold" nodeType="afterEffect">
                                  <p:stCondLst>
                                    <p:cond delay="0"/>
                                  </p:stCondLst>
                                  <p:childTnLst>
                                    <p:set>
                                      <p:cBhvr>
                                        <p:cTn id="19" dur="1" fill="hold">
                                          <p:stCondLst>
                                            <p:cond delay="0"/>
                                          </p:stCondLst>
                                        </p:cTn>
                                        <p:tgtEl>
                                          <p:spTgt spid="376838"/>
                                        </p:tgtEl>
                                        <p:attrNameLst>
                                          <p:attrName>style.visibility</p:attrName>
                                        </p:attrNameLst>
                                      </p:cBhvr>
                                      <p:to>
                                        <p:strVal val="visible"/>
                                      </p:to>
                                    </p:set>
                                    <p:animEffect transition="in" filter="fade">
                                      <p:cBhvr>
                                        <p:cTn id="20" dur="500"/>
                                        <p:tgtEl>
                                          <p:spTgt spid="37683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376841">
                                            <p:txEl>
                                              <p:pRg st="2" end="2"/>
                                            </p:txEl>
                                          </p:spTgt>
                                        </p:tgtEl>
                                        <p:attrNameLst>
                                          <p:attrName>style.visibility</p:attrName>
                                        </p:attrNameLst>
                                      </p:cBhvr>
                                      <p:to>
                                        <p:strVal val="visible"/>
                                      </p:to>
                                    </p:set>
                                    <p:animEffect transition="in" filter="wipe(up)">
                                      <p:cBhvr>
                                        <p:cTn id="25" dur="500"/>
                                        <p:tgtEl>
                                          <p:spTgt spid="376841">
                                            <p:txEl>
                                              <p:pRg st="2" end="2"/>
                                            </p:txEl>
                                          </p:spTgt>
                                        </p:tgtEl>
                                      </p:cBhvr>
                                    </p:animEffect>
                                  </p:childTnLst>
                                </p:cTn>
                              </p:par>
                            </p:childTnLst>
                          </p:cTn>
                        </p:par>
                        <p:par>
                          <p:cTn id="26" fill="hold" nodeType="afterGroup">
                            <p:stCondLst>
                              <p:cond delay="500"/>
                            </p:stCondLst>
                            <p:childTnLst>
                              <p:par>
                                <p:cTn id="27" presetID="10" presetClass="entr" presetSubtype="0" fill="hold" nodeType="afterEffect">
                                  <p:stCondLst>
                                    <p:cond delay="0"/>
                                  </p:stCondLst>
                                  <p:childTnLst>
                                    <p:set>
                                      <p:cBhvr>
                                        <p:cTn id="28" dur="1" fill="hold">
                                          <p:stCondLst>
                                            <p:cond delay="0"/>
                                          </p:stCondLst>
                                        </p:cTn>
                                        <p:tgtEl>
                                          <p:spTgt spid="376840"/>
                                        </p:tgtEl>
                                        <p:attrNameLst>
                                          <p:attrName>style.visibility</p:attrName>
                                        </p:attrNameLst>
                                      </p:cBhvr>
                                      <p:to>
                                        <p:strVal val="visible"/>
                                      </p:to>
                                    </p:set>
                                    <p:animEffect transition="in" filter="fade">
                                      <p:cBhvr>
                                        <p:cTn id="29" dur="500"/>
                                        <p:tgtEl>
                                          <p:spTgt spid="3768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Content Placeholder 2"/>
          <p:cNvSpPr>
            <a:spLocks noGrp="1"/>
          </p:cNvSpPr>
          <p:nvPr>
            <p:ph idx="1"/>
          </p:nvPr>
        </p:nvSpPr>
        <p:spPr>
          <a:xfrm>
            <a:off x="2228618" y="1438044"/>
            <a:ext cx="6229582" cy="4539762"/>
          </a:xfrm>
        </p:spPr>
        <p:txBody>
          <a:bodyPr>
            <a:normAutofit fontScale="92500" lnSpcReduction="10000"/>
          </a:bodyPr>
          <a:lstStyle/>
          <a:p>
            <a:pPr marL="0" indent="0">
              <a:buNone/>
            </a:pPr>
            <a:r>
              <a:rPr lang="en-US" sz="2000" b="1" dirty="0">
                <a:ea typeface="ＭＳ Ｐゴシック" pitchFamily="34" charset="-128"/>
              </a:rPr>
              <a:t>What we need to do and when</a:t>
            </a:r>
          </a:p>
          <a:p>
            <a:pPr lvl="1"/>
            <a:r>
              <a:rPr lang="en-US" sz="2000" dirty="0">
                <a:ea typeface="ＭＳ Ｐゴシック" pitchFamily="34" charset="-128"/>
              </a:rPr>
              <a:t>Activities, events and their order relationships</a:t>
            </a:r>
          </a:p>
          <a:p>
            <a:pPr lvl="1"/>
            <a:r>
              <a:rPr lang="en-US" sz="2000" dirty="0">
                <a:ea typeface="ＭＳ Ｐゴシック" pitchFamily="34" charset="-128"/>
              </a:rPr>
              <a:t>Manual or automated</a:t>
            </a:r>
          </a:p>
          <a:p>
            <a:pPr marL="0" indent="0">
              <a:buNone/>
            </a:pPr>
            <a:endParaRPr lang="en-US" sz="2000" dirty="0">
              <a:ea typeface="ＭＳ Ｐゴシック" pitchFamily="34" charset="-128"/>
            </a:endParaRPr>
          </a:p>
          <a:p>
            <a:pPr marL="0" indent="0">
              <a:buNone/>
            </a:pPr>
            <a:endParaRPr lang="en-US" sz="2000" b="1" dirty="0">
              <a:ea typeface="ＭＳ Ｐゴシック" pitchFamily="34" charset="-128"/>
            </a:endParaRPr>
          </a:p>
          <a:p>
            <a:pPr marL="0" indent="0">
              <a:buNone/>
            </a:pPr>
            <a:r>
              <a:rPr lang="en-US" sz="2000" b="1" dirty="0">
                <a:ea typeface="ＭＳ Ｐゴシック" pitchFamily="34" charset="-128"/>
              </a:rPr>
              <a:t>What we need to work on</a:t>
            </a:r>
          </a:p>
          <a:p>
            <a:pPr lvl="1"/>
            <a:r>
              <a:rPr lang="en-US" sz="2000" dirty="0">
                <a:ea typeface="ＭＳ Ｐゴシック" pitchFamily="34" charset="-128"/>
              </a:rPr>
              <a:t>input/output artifacts to activities</a:t>
            </a:r>
          </a:p>
          <a:p>
            <a:pPr lvl="1"/>
            <a:r>
              <a:rPr lang="en-US" sz="2000" dirty="0">
                <a:ea typeface="ＭＳ Ｐゴシック" pitchFamily="34" charset="-128"/>
              </a:rPr>
              <a:t>Physical or electronic</a:t>
            </a:r>
          </a:p>
          <a:p>
            <a:pPr lvl="1"/>
            <a:endParaRPr lang="en-US" sz="2000" dirty="0">
              <a:ea typeface="ＭＳ Ｐゴシック" pitchFamily="34" charset="-128"/>
            </a:endParaRPr>
          </a:p>
          <a:p>
            <a:pPr marL="0" indent="0">
              <a:buNone/>
            </a:pPr>
            <a:endParaRPr lang="en-US" sz="2000" b="1" dirty="0">
              <a:ea typeface="ＭＳ Ｐゴシック" pitchFamily="34" charset="-128"/>
            </a:endParaRPr>
          </a:p>
          <a:p>
            <a:pPr marL="0" indent="0">
              <a:buNone/>
            </a:pPr>
            <a:r>
              <a:rPr lang="en-US" sz="2000" b="1" dirty="0">
                <a:ea typeface="ＭＳ Ｐゴシック" pitchFamily="34" charset="-128"/>
              </a:rPr>
              <a:t>Who does the work</a:t>
            </a:r>
          </a:p>
          <a:p>
            <a:pPr lvl="1"/>
            <a:r>
              <a:rPr lang="en-US" sz="2000" dirty="0">
                <a:ea typeface="ＭＳ Ｐゴシック" pitchFamily="34" charset="-128"/>
              </a:rPr>
              <a:t>Resources that perform activities and generate events</a:t>
            </a:r>
          </a:p>
          <a:p>
            <a:pPr lvl="1"/>
            <a:r>
              <a:rPr lang="en-US" sz="2000" dirty="0">
                <a:ea typeface="ＭＳ Ｐゴシック" pitchFamily="34" charset="-128"/>
              </a:rPr>
              <a:t>Human or software</a:t>
            </a:r>
          </a:p>
        </p:txBody>
      </p:sp>
      <p:sp>
        <p:nvSpPr>
          <p:cNvPr id="5" name="Title 4"/>
          <p:cNvSpPr>
            <a:spLocks noGrp="1"/>
          </p:cNvSpPr>
          <p:nvPr>
            <p:ph type="title"/>
          </p:nvPr>
        </p:nvSpPr>
        <p:spPr/>
        <p:txBody>
          <a:bodyPr/>
          <a:lstStyle/>
          <a:p>
            <a:r>
              <a:rPr lang="en-US" dirty="0"/>
              <a:t>Key ingredients of a process model</a:t>
            </a:r>
          </a:p>
        </p:txBody>
      </p:sp>
      <p:sp>
        <p:nvSpPr>
          <p:cNvPr id="6" name="Slide Number Placeholder 5"/>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2</a:t>
            </a:fld>
            <a:endParaRPr lang="en-AU">
              <a:solidFill>
                <a:prstClr val="black">
                  <a:lumMod val="50000"/>
                  <a:lumOff val="50000"/>
                </a:prstClr>
              </a:solidFill>
            </a:endParaRPr>
          </a:p>
        </p:txBody>
      </p:sp>
      <p:grpSp>
        <p:nvGrpSpPr>
          <p:cNvPr id="8" name="Group 8"/>
          <p:cNvGrpSpPr>
            <a:grpSpLocks/>
          </p:cNvGrpSpPr>
          <p:nvPr/>
        </p:nvGrpSpPr>
        <p:grpSpPr bwMode="auto">
          <a:xfrm>
            <a:off x="828103" y="4671651"/>
            <a:ext cx="740215" cy="786323"/>
            <a:chOff x="1718" y="1085"/>
            <a:chExt cx="558" cy="625"/>
          </a:xfrm>
        </p:grpSpPr>
        <p:sp>
          <p:nvSpPr>
            <p:cNvPr id="9" name="Freeform 9"/>
            <p:cNvSpPr>
              <a:spLocks/>
            </p:cNvSpPr>
            <p:nvPr>
              <p:custDataLst>
                <p:tags r:id="rId28"/>
              </p:custDataLst>
            </p:nvPr>
          </p:nvSpPr>
          <p:spPr bwMode="auto">
            <a:xfrm>
              <a:off x="1718" y="1085"/>
              <a:ext cx="558" cy="625"/>
            </a:xfrm>
            <a:custGeom>
              <a:avLst/>
              <a:gdLst/>
              <a:ahLst/>
              <a:cxnLst>
                <a:cxn ang="0">
                  <a:pos x="160" y="132"/>
                </a:cxn>
                <a:cxn ang="0">
                  <a:pos x="168" y="115"/>
                </a:cxn>
                <a:cxn ang="0">
                  <a:pos x="191" y="107"/>
                </a:cxn>
                <a:cxn ang="0">
                  <a:pos x="183" y="91"/>
                </a:cxn>
                <a:cxn ang="0">
                  <a:pos x="183" y="74"/>
                </a:cxn>
                <a:cxn ang="0">
                  <a:pos x="199" y="33"/>
                </a:cxn>
                <a:cxn ang="0">
                  <a:pos x="231" y="8"/>
                </a:cxn>
                <a:cxn ang="0">
                  <a:pos x="287" y="17"/>
                </a:cxn>
                <a:cxn ang="0">
                  <a:pos x="303" y="58"/>
                </a:cxn>
                <a:cxn ang="0">
                  <a:pos x="303" y="91"/>
                </a:cxn>
                <a:cxn ang="0">
                  <a:pos x="303" y="82"/>
                </a:cxn>
                <a:cxn ang="0">
                  <a:pos x="335" y="66"/>
                </a:cxn>
                <a:cxn ang="0">
                  <a:pos x="327" y="58"/>
                </a:cxn>
                <a:cxn ang="0">
                  <a:pos x="335" y="17"/>
                </a:cxn>
                <a:cxn ang="0">
                  <a:pos x="367" y="0"/>
                </a:cxn>
                <a:cxn ang="0">
                  <a:pos x="414" y="8"/>
                </a:cxn>
                <a:cxn ang="0">
                  <a:pos x="422" y="41"/>
                </a:cxn>
                <a:cxn ang="0">
                  <a:pos x="422" y="74"/>
                </a:cxn>
                <a:cxn ang="0">
                  <a:pos x="422" y="82"/>
                </a:cxn>
                <a:cxn ang="0">
                  <a:pos x="438" y="91"/>
                </a:cxn>
                <a:cxn ang="0">
                  <a:pos x="446" y="124"/>
                </a:cxn>
                <a:cxn ang="0">
                  <a:pos x="446" y="115"/>
                </a:cxn>
                <a:cxn ang="0">
                  <a:pos x="462" y="99"/>
                </a:cxn>
                <a:cxn ang="0">
                  <a:pos x="494" y="74"/>
                </a:cxn>
                <a:cxn ang="0">
                  <a:pos x="542" y="82"/>
                </a:cxn>
                <a:cxn ang="0">
                  <a:pos x="581" y="124"/>
                </a:cxn>
                <a:cxn ang="0">
                  <a:pos x="581" y="165"/>
                </a:cxn>
                <a:cxn ang="0">
                  <a:pos x="566" y="189"/>
                </a:cxn>
                <a:cxn ang="0">
                  <a:pos x="566" y="189"/>
                </a:cxn>
                <a:cxn ang="0">
                  <a:pos x="597" y="214"/>
                </a:cxn>
                <a:cxn ang="0">
                  <a:pos x="605" y="411"/>
                </a:cxn>
                <a:cxn ang="0">
                  <a:pos x="589" y="436"/>
                </a:cxn>
                <a:cxn ang="0">
                  <a:pos x="581" y="625"/>
                </a:cxn>
                <a:cxn ang="0">
                  <a:pos x="422" y="625"/>
                </a:cxn>
                <a:cxn ang="0">
                  <a:pos x="414" y="461"/>
                </a:cxn>
                <a:cxn ang="0">
                  <a:pos x="374" y="452"/>
                </a:cxn>
                <a:cxn ang="0">
                  <a:pos x="374" y="625"/>
                </a:cxn>
                <a:cxn ang="0">
                  <a:pos x="287" y="617"/>
                </a:cxn>
                <a:cxn ang="0">
                  <a:pos x="287" y="502"/>
                </a:cxn>
                <a:cxn ang="0">
                  <a:pos x="176" y="494"/>
                </a:cxn>
                <a:cxn ang="0">
                  <a:pos x="176" y="600"/>
                </a:cxn>
                <a:cxn ang="0">
                  <a:pos x="96" y="584"/>
                </a:cxn>
                <a:cxn ang="0">
                  <a:pos x="96" y="568"/>
                </a:cxn>
                <a:cxn ang="0">
                  <a:pos x="32" y="576"/>
                </a:cxn>
                <a:cxn ang="0">
                  <a:pos x="24" y="411"/>
                </a:cxn>
                <a:cxn ang="0">
                  <a:pos x="8" y="411"/>
                </a:cxn>
                <a:cxn ang="0">
                  <a:pos x="0" y="354"/>
                </a:cxn>
                <a:cxn ang="0">
                  <a:pos x="16" y="173"/>
                </a:cxn>
                <a:cxn ang="0">
                  <a:pos x="48" y="165"/>
                </a:cxn>
                <a:cxn ang="0">
                  <a:pos x="40" y="140"/>
                </a:cxn>
                <a:cxn ang="0">
                  <a:pos x="40" y="124"/>
                </a:cxn>
                <a:cxn ang="0">
                  <a:pos x="56" y="91"/>
                </a:cxn>
                <a:cxn ang="0">
                  <a:pos x="88" y="50"/>
                </a:cxn>
                <a:cxn ang="0">
                  <a:pos x="136" y="58"/>
                </a:cxn>
                <a:cxn ang="0">
                  <a:pos x="160" y="99"/>
                </a:cxn>
                <a:cxn ang="0">
                  <a:pos x="160" y="132"/>
                </a:cxn>
              </a:cxnLst>
              <a:rect l="0" t="0" r="r" b="b"/>
              <a:pathLst>
                <a:path w="605" h="625">
                  <a:moveTo>
                    <a:pt x="160" y="132"/>
                  </a:moveTo>
                  <a:lnTo>
                    <a:pt x="168" y="115"/>
                  </a:lnTo>
                  <a:lnTo>
                    <a:pt x="191" y="107"/>
                  </a:lnTo>
                  <a:lnTo>
                    <a:pt x="183" y="91"/>
                  </a:lnTo>
                  <a:lnTo>
                    <a:pt x="183" y="74"/>
                  </a:lnTo>
                  <a:lnTo>
                    <a:pt x="199" y="33"/>
                  </a:lnTo>
                  <a:lnTo>
                    <a:pt x="231" y="8"/>
                  </a:lnTo>
                  <a:lnTo>
                    <a:pt x="287" y="17"/>
                  </a:lnTo>
                  <a:lnTo>
                    <a:pt x="303" y="58"/>
                  </a:lnTo>
                  <a:lnTo>
                    <a:pt x="303" y="91"/>
                  </a:lnTo>
                  <a:lnTo>
                    <a:pt x="303" y="82"/>
                  </a:lnTo>
                  <a:lnTo>
                    <a:pt x="335" y="66"/>
                  </a:lnTo>
                  <a:lnTo>
                    <a:pt x="327" y="58"/>
                  </a:lnTo>
                  <a:lnTo>
                    <a:pt x="335" y="17"/>
                  </a:lnTo>
                  <a:lnTo>
                    <a:pt x="367" y="0"/>
                  </a:lnTo>
                  <a:lnTo>
                    <a:pt x="414" y="8"/>
                  </a:lnTo>
                  <a:lnTo>
                    <a:pt x="422" y="41"/>
                  </a:lnTo>
                  <a:lnTo>
                    <a:pt x="422" y="74"/>
                  </a:lnTo>
                  <a:lnTo>
                    <a:pt x="422" y="82"/>
                  </a:lnTo>
                  <a:lnTo>
                    <a:pt x="438" y="91"/>
                  </a:lnTo>
                  <a:lnTo>
                    <a:pt x="446" y="124"/>
                  </a:lnTo>
                  <a:lnTo>
                    <a:pt x="446" y="115"/>
                  </a:lnTo>
                  <a:lnTo>
                    <a:pt x="462" y="99"/>
                  </a:lnTo>
                  <a:lnTo>
                    <a:pt x="494" y="74"/>
                  </a:lnTo>
                  <a:lnTo>
                    <a:pt x="542" y="82"/>
                  </a:lnTo>
                  <a:lnTo>
                    <a:pt x="581" y="124"/>
                  </a:lnTo>
                  <a:lnTo>
                    <a:pt x="581" y="165"/>
                  </a:lnTo>
                  <a:lnTo>
                    <a:pt x="566" y="189"/>
                  </a:lnTo>
                  <a:lnTo>
                    <a:pt x="566" y="189"/>
                  </a:lnTo>
                  <a:lnTo>
                    <a:pt x="597" y="214"/>
                  </a:lnTo>
                  <a:lnTo>
                    <a:pt x="605" y="411"/>
                  </a:lnTo>
                  <a:lnTo>
                    <a:pt x="589" y="436"/>
                  </a:lnTo>
                  <a:lnTo>
                    <a:pt x="581" y="625"/>
                  </a:lnTo>
                  <a:lnTo>
                    <a:pt x="422" y="625"/>
                  </a:lnTo>
                  <a:lnTo>
                    <a:pt x="414" y="461"/>
                  </a:lnTo>
                  <a:lnTo>
                    <a:pt x="374" y="452"/>
                  </a:lnTo>
                  <a:lnTo>
                    <a:pt x="374" y="625"/>
                  </a:lnTo>
                  <a:lnTo>
                    <a:pt x="287" y="617"/>
                  </a:lnTo>
                  <a:lnTo>
                    <a:pt x="287" y="502"/>
                  </a:lnTo>
                  <a:lnTo>
                    <a:pt x="176" y="494"/>
                  </a:lnTo>
                  <a:lnTo>
                    <a:pt x="176" y="600"/>
                  </a:lnTo>
                  <a:lnTo>
                    <a:pt x="96" y="584"/>
                  </a:lnTo>
                  <a:lnTo>
                    <a:pt x="96" y="568"/>
                  </a:lnTo>
                  <a:lnTo>
                    <a:pt x="32" y="576"/>
                  </a:lnTo>
                  <a:lnTo>
                    <a:pt x="24" y="411"/>
                  </a:lnTo>
                  <a:lnTo>
                    <a:pt x="8" y="411"/>
                  </a:lnTo>
                  <a:lnTo>
                    <a:pt x="0" y="354"/>
                  </a:lnTo>
                  <a:lnTo>
                    <a:pt x="16" y="173"/>
                  </a:lnTo>
                  <a:lnTo>
                    <a:pt x="48" y="165"/>
                  </a:lnTo>
                  <a:lnTo>
                    <a:pt x="40" y="140"/>
                  </a:lnTo>
                  <a:lnTo>
                    <a:pt x="40" y="124"/>
                  </a:lnTo>
                  <a:lnTo>
                    <a:pt x="56" y="91"/>
                  </a:lnTo>
                  <a:lnTo>
                    <a:pt x="88" y="50"/>
                  </a:lnTo>
                  <a:lnTo>
                    <a:pt x="136" y="58"/>
                  </a:lnTo>
                  <a:lnTo>
                    <a:pt x="160" y="99"/>
                  </a:lnTo>
                  <a:lnTo>
                    <a:pt x="160" y="132"/>
                  </a:lnTo>
                  <a:close/>
                </a:path>
              </a:pathLst>
            </a:custGeom>
            <a:solidFill>
              <a:srgbClr val="FFFFFF"/>
            </a:solidFill>
            <a:ln w="9525">
              <a:noFill/>
              <a:round/>
              <a:headEnd/>
              <a:tailEnd/>
            </a:ln>
          </p:spPr>
          <p:txBody>
            <a:bodyPr/>
            <a:lstStyle/>
            <a:p>
              <a:endParaRPr lang="en-AU">
                <a:solidFill>
                  <a:prstClr val="black">
                    <a:lumMod val="75000"/>
                    <a:lumOff val="25000"/>
                  </a:prstClr>
                </a:solidFill>
              </a:endParaRPr>
            </a:p>
          </p:txBody>
        </p:sp>
        <p:sp>
          <p:nvSpPr>
            <p:cNvPr id="10" name="Freeform 10"/>
            <p:cNvSpPr>
              <a:spLocks/>
            </p:cNvSpPr>
            <p:nvPr>
              <p:custDataLst>
                <p:tags r:id="rId29"/>
              </p:custDataLst>
            </p:nvPr>
          </p:nvSpPr>
          <p:spPr bwMode="auto">
            <a:xfrm>
              <a:off x="1733" y="1102"/>
              <a:ext cx="536" cy="592"/>
            </a:xfrm>
            <a:custGeom>
              <a:avLst/>
              <a:gdLst/>
              <a:ahLst/>
              <a:cxnLst>
                <a:cxn ang="0">
                  <a:pos x="24" y="542"/>
                </a:cxn>
                <a:cxn ang="0">
                  <a:pos x="8" y="378"/>
                </a:cxn>
                <a:cxn ang="0">
                  <a:pos x="16" y="172"/>
                </a:cxn>
                <a:cxn ang="0">
                  <a:pos x="40" y="123"/>
                </a:cxn>
                <a:cxn ang="0">
                  <a:pos x="48" y="82"/>
                </a:cxn>
                <a:cxn ang="0">
                  <a:pos x="112" y="57"/>
                </a:cxn>
                <a:cxn ang="0">
                  <a:pos x="136" y="115"/>
                </a:cxn>
                <a:cxn ang="0">
                  <a:pos x="120" y="156"/>
                </a:cxn>
                <a:cxn ang="0">
                  <a:pos x="152" y="246"/>
                </a:cxn>
                <a:cxn ang="0">
                  <a:pos x="199" y="98"/>
                </a:cxn>
                <a:cxn ang="0">
                  <a:pos x="183" y="57"/>
                </a:cxn>
                <a:cxn ang="0">
                  <a:pos x="223" y="8"/>
                </a:cxn>
                <a:cxn ang="0">
                  <a:pos x="271" y="49"/>
                </a:cxn>
                <a:cxn ang="0">
                  <a:pos x="271" y="90"/>
                </a:cxn>
                <a:cxn ang="0">
                  <a:pos x="295" y="123"/>
                </a:cxn>
                <a:cxn ang="0">
                  <a:pos x="303" y="74"/>
                </a:cxn>
                <a:cxn ang="0">
                  <a:pos x="327" y="41"/>
                </a:cxn>
                <a:cxn ang="0">
                  <a:pos x="358" y="0"/>
                </a:cxn>
                <a:cxn ang="0">
                  <a:pos x="398" y="24"/>
                </a:cxn>
                <a:cxn ang="0">
                  <a:pos x="390" y="65"/>
                </a:cxn>
                <a:cxn ang="0">
                  <a:pos x="414" y="189"/>
                </a:cxn>
                <a:cxn ang="0">
                  <a:pos x="438" y="148"/>
                </a:cxn>
                <a:cxn ang="0">
                  <a:pos x="454" y="90"/>
                </a:cxn>
                <a:cxn ang="0">
                  <a:pos x="526" y="82"/>
                </a:cxn>
                <a:cxn ang="0">
                  <a:pos x="550" y="139"/>
                </a:cxn>
                <a:cxn ang="0">
                  <a:pos x="526" y="181"/>
                </a:cxn>
                <a:cxn ang="0">
                  <a:pos x="581" y="386"/>
                </a:cxn>
                <a:cxn ang="0">
                  <a:pos x="550" y="592"/>
                </a:cxn>
                <a:cxn ang="0">
                  <a:pos x="406" y="427"/>
                </a:cxn>
                <a:cxn ang="0">
                  <a:pos x="343" y="592"/>
                </a:cxn>
                <a:cxn ang="0">
                  <a:pos x="287" y="419"/>
                </a:cxn>
                <a:cxn ang="0">
                  <a:pos x="271" y="468"/>
                </a:cxn>
                <a:cxn ang="0">
                  <a:pos x="167" y="403"/>
                </a:cxn>
                <a:cxn ang="0">
                  <a:pos x="144" y="567"/>
                </a:cxn>
                <a:cxn ang="0">
                  <a:pos x="96" y="542"/>
                </a:cxn>
              </a:cxnLst>
              <a:rect l="0" t="0" r="r" b="b"/>
              <a:pathLst>
                <a:path w="581" h="592">
                  <a:moveTo>
                    <a:pt x="96" y="542"/>
                  </a:moveTo>
                  <a:lnTo>
                    <a:pt x="24" y="542"/>
                  </a:lnTo>
                  <a:lnTo>
                    <a:pt x="16" y="378"/>
                  </a:lnTo>
                  <a:lnTo>
                    <a:pt x="8" y="378"/>
                  </a:lnTo>
                  <a:lnTo>
                    <a:pt x="0" y="337"/>
                  </a:lnTo>
                  <a:lnTo>
                    <a:pt x="16" y="172"/>
                  </a:lnTo>
                  <a:lnTo>
                    <a:pt x="48" y="156"/>
                  </a:lnTo>
                  <a:lnTo>
                    <a:pt x="40" y="123"/>
                  </a:lnTo>
                  <a:lnTo>
                    <a:pt x="40" y="107"/>
                  </a:lnTo>
                  <a:lnTo>
                    <a:pt x="48" y="82"/>
                  </a:lnTo>
                  <a:lnTo>
                    <a:pt x="72" y="49"/>
                  </a:lnTo>
                  <a:lnTo>
                    <a:pt x="112" y="57"/>
                  </a:lnTo>
                  <a:lnTo>
                    <a:pt x="128" y="82"/>
                  </a:lnTo>
                  <a:lnTo>
                    <a:pt x="136" y="115"/>
                  </a:lnTo>
                  <a:lnTo>
                    <a:pt x="128" y="139"/>
                  </a:lnTo>
                  <a:lnTo>
                    <a:pt x="120" y="156"/>
                  </a:lnTo>
                  <a:lnTo>
                    <a:pt x="152" y="181"/>
                  </a:lnTo>
                  <a:lnTo>
                    <a:pt x="152" y="246"/>
                  </a:lnTo>
                  <a:lnTo>
                    <a:pt x="160" y="115"/>
                  </a:lnTo>
                  <a:lnTo>
                    <a:pt x="199" y="98"/>
                  </a:lnTo>
                  <a:lnTo>
                    <a:pt x="183" y="74"/>
                  </a:lnTo>
                  <a:lnTo>
                    <a:pt x="183" y="57"/>
                  </a:lnTo>
                  <a:lnTo>
                    <a:pt x="199" y="24"/>
                  </a:lnTo>
                  <a:lnTo>
                    <a:pt x="223" y="8"/>
                  </a:lnTo>
                  <a:lnTo>
                    <a:pt x="255" y="16"/>
                  </a:lnTo>
                  <a:lnTo>
                    <a:pt x="271" y="49"/>
                  </a:lnTo>
                  <a:lnTo>
                    <a:pt x="271" y="82"/>
                  </a:lnTo>
                  <a:lnTo>
                    <a:pt x="271" y="90"/>
                  </a:lnTo>
                  <a:lnTo>
                    <a:pt x="263" y="98"/>
                  </a:lnTo>
                  <a:lnTo>
                    <a:pt x="295" y="123"/>
                  </a:lnTo>
                  <a:lnTo>
                    <a:pt x="295" y="189"/>
                  </a:lnTo>
                  <a:lnTo>
                    <a:pt x="303" y="74"/>
                  </a:lnTo>
                  <a:lnTo>
                    <a:pt x="335" y="57"/>
                  </a:lnTo>
                  <a:lnTo>
                    <a:pt x="327" y="41"/>
                  </a:lnTo>
                  <a:lnTo>
                    <a:pt x="335" y="8"/>
                  </a:lnTo>
                  <a:lnTo>
                    <a:pt x="358" y="0"/>
                  </a:lnTo>
                  <a:lnTo>
                    <a:pt x="382" y="0"/>
                  </a:lnTo>
                  <a:lnTo>
                    <a:pt x="398" y="24"/>
                  </a:lnTo>
                  <a:lnTo>
                    <a:pt x="398" y="49"/>
                  </a:lnTo>
                  <a:lnTo>
                    <a:pt x="390" y="65"/>
                  </a:lnTo>
                  <a:lnTo>
                    <a:pt x="414" y="82"/>
                  </a:lnTo>
                  <a:lnTo>
                    <a:pt x="414" y="189"/>
                  </a:lnTo>
                  <a:lnTo>
                    <a:pt x="446" y="181"/>
                  </a:lnTo>
                  <a:lnTo>
                    <a:pt x="438" y="148"/>
                  </a:lnTo>
                  <a:lnTo>
                    <a:pt x="438" y="107"/>
                  </a:lnTo>
                  <a:lnTo>
                    <a:pt x="454" y="90"/>
                  </a:lnTo>
                  <a:lnTo>
                    <a:pt x="478" y="74"/>
                  </a:lnTo>
                  <a:lnTo>
                    <a:pt x="526" y="82"/>
                  </a:lnTo>
                  <a:lnTo>
                    <a:pt x="550" y="115"/>
                  </a:lnTo>
                  <a:lnTo>
                    <a:pt x="550" y="139"/>
                  </a:lnTo>
                  <a:lnTo>
                    <a:pt x="542" y="164"/>
                  </a:lnTo>
                  <a:lnTo>
                    <a:pt x="526" y="181"/>
                  </a:lnTo>
                  <a:lnTo>
                    <a:pt x="573" y="205"/>
                  </a:lnTo>
                  <a:lnTo>
                    <a:pt x="581" y="386"/>
                  </a:lnTo>
                  <a:lnTo>
                    <a:pt x="557" y="411"/>
                  </a:lnTo>
                  <a:lnTo>
                    <a:pt x="550" y="592"/>
                  </a:lnTo>
                  <a:lnTo>
                    <a:pt x="422" y="592"/>
                  </a:lnTo>
                  <a:lnTo>
                    <a:pt x="406" y="427"/>
                  </a:lnTo>
                  <a:lnTo>
                    <a:pt x="343" y="427"/>
                  </a:lnTo>
                  <a:lnTo>
                    <a:pt x="343" y="592"/>
                  </a:lnTo>
                  <a:lnTo>
                    <a:pt x="287" y="583"/>
                  </a:lnTo>
                  <a:lnTo>
                    <a:pt x="287" y="419"/>
                  </a:lnTo>
                  <a:lnTo>
                    <a:pt x="271" y="411"/>
                  </a:lnTo>
                  <a:lnTo>
                    <a:pt x="271" y="468"/>
                  </a:lnTo>
                  <a:lnTo>
                    <a:pt x="175" y="468"/>
                  </a:lnTo>
                  <a:lnTo>
                    <a:pt x="167" y="403"/>
                  </a:lnTo>
                  <a:lnTo>
                    <a:pt x="144" y="394"/>
                  </a:lnTo>
                  <a:lnTo>
                    <a:pt x="144" y="567"/>
                  </a:lnTo>
                  <a:lnTo>
                    <a:pt x="96" y="559"/>
                  </a:lnTo>
                  <a:lnTo>
                    <a:pt x="96" y="542"/>
                  </a:lnTo>
                  <a:close/>
                </a:path>
              </a:pathLst>
            </a:custGeom>
            <a:solidFill>
              <a:srgbClr val="000000"/>
            </a:solidFill>
            <a:ln w="9525">
              <a:noFill/>
              <a:round/>
              <a:headEnd/>
              <a:tailEnd/>
            </a:ln>
          </p:spPr>
          <p:txBody>
            <a:bodyPr/>
            <a:lstStyle/>
            <a:p>
              <a:endParaRPr lang="en-AU">
                <a:solidFill>
                  <a:prstClr val="black">
                    <a:lumMod val="75000"/>
                    <a:lumOff val="25000"/>
                  </a:prstClr>
                </a:solidFill>
              </a:endParaRPr>
            </a:p>
          </p:txBody>
        </p:sp>
        <p:sp>
          <p:nvSpPr>
            <p:cNvPr id="11" name="Freeform 11"/>
            <p:cNvSpPr>
              <a:spLocks/>
            </p:cNvSpPr>
            <p:nvPr>
              <p:custDataLst>
                <p:tags r:id="rId30"/>
              </p:custDataLst>
            </p:nvPr>
          </p:nvSpPr>
          <p:spPr bwMode="auto">
            <a:xfrm>
              <a:off x="1806" y="1200"/>
              <a:ext cx="15" cy="33"/>
            </a:xfrm>
            <a:custGeom>
              <a:avLst/>
              <a:gdLst/>
              <a:ahLst/>
              <a:cxnLst>
                <a:cxn ang="0">
                  <a:pos x="8" y="0"/>
                </a:cxn>
                <a:cxn ang="0">
                  <a:pos x="0" y="0"/>
                </a:cxn>
                <a:cxn ang="0">
                  <a:pos x="0" y="17"/>
                </a:cxn>
                <a:cxn ang="0">
                  <a:pos x="0" y="25"/>
                </a:cxn>
                <a:cxn ang="0">
                  <a:pos x="0" y="33"/>
                </a:cxn>
                <a:cxn ang="0">
                  <a:pos x="8" y="33"/>
                </a:cxn>
                <a:cxn ang="0">
                  <a:pos x="16" y="25"/>
                </a:cxn>
                <a:cxn ang="0">
                  <a:pos x="16" y="9"/>
                </a:cxn>
                <a:cxn ang="0">
                  <a:pos x="8" y="0"/>
                </a:cxn>
              </a:cxnLst>
              <a:rect l="0" t="0" r="r" b="b"/>
              <a:pathLst>
                <a:path w="16" h="33">
                  <a:moveTo>
                    <a:pt x="8" y="0"/>
                  </a:moveTo>
                  <a:lnTo>
                    <a:pt x="0" y="0"/>
                  </a:lnTo>
                  <a:lnTo>
                    <a:pt x="0" y="17"/>
                  </a:lnTo>
                  <a:lnTo>
                    <a:pt x="0" y="25"/>
                  </a:lnTo>
                  <a:lnTo>
                    <a:pt x="0" y="33"/>
                  </a:lnTo>
                  <a:lnTo>
                    <a:pt x="8" y="33"/>
                  </a:lnTo>
                  <a:lnTo>
                    <a:pt x="16" y="25"/>
                  </a:lnTo>
                  <a:lnTo>
                    <a:pt x="16" y="9"/>
                  </a:lnTo>
                  <a:lnTo>
                    <a:pt x="8" y="0"/>
                  </a:lnTo>
                  <a:close/>
                </a:path>
              </a:pathLst>
            </a:custGeom>
            <a:solidFill>
              <a:srgbClr val="FFFFBF"/>
            </a:solidFill>
            <a:ln w="9525">
              <a:noFill/>
              <a:round/>
              <a:headEnd/>
              <a:tailEnd/>
            </a:ln>
          </p:spPr>
          <p:txBody>
            <a:bodyPr/>
            <a:lstStyle/>
            <a:p>
              <a:endParaRPr lang="en-AU">
                <a:solidFill>
                  <a:prstClr val="black">
                    <a:lumMod val="75000"/>
                    <a:lumOff val="25000"/>
                  </a:prstClr>
                </a:solidFill>
              </a:endParaRPr>
            </a:p>
          </p:txBody>
        </p:sp>
        <p:sp>
          <p:nvSpPr>
            <p:cNvPr id="12" name="Freeform 12"/>
            <p:cNvSpPr>
              <a:spLocks/>
            </p:cNvSpPr>
            <p:nvPr>
              <p:custDataLst>
                <p:tags r:id="rId31"/>
              </p:custDataLst>
            </p:nvPr>
          </p:nvSpPr>
          <p:spPr bwMode="auto">
            <a:xfrm>
              <a:off x="1938" y="1151"/>
              <a:ext cx="15" cy="33"/>
            </a:xfrm>
            <a:custGeom>
              <a:avLst/>
              <a:gdLst/>
              <a:ahLst/>
              <a:cxnLst>
                <a:cxn ang="0">
                  <a:pos x="8" y="0"/>
                </a:cxn>
                <a:cxn ang="0">
                  <a:pos x="0" y="8"/>
                </a:cxn>
                <a:cxn ang="0">
                  <a:pos x="0" y="16"/>
                </a:cxn>
                <a:cxn ang="0">
                  <a:pos x="0" y="33"/>
                </a:cxn>
                <a:cxn ang="0">
                  <a:pos x="8" y="33"/>
                </a:cxn>
                <a:cxn ang="0">
                  <a:pos x="16" y="25"/>
                </a:cxn>
                <a:cxn ang="0">
                  <a:pos x="16" y="8"/>
                </a:cxn>
                <a:cxn ang="0">
                  <a:pos x="8" y="0"/>
                </a:cxn>
              </a:cxnLst>
              <a:rect l="0" t="0" r="r" b="b"/>
              <a:pathLst>
                <a:path w="16" h="33">
                  <a:moveTo>
                    <a:pt x="8" y="0"/>
                  </a:moveTo>
                  <a:lnTo>
                    <a:pt x="0" y="8"/>
                  </a:lnTo>
                  <a:lnTo>
                    <a:pt x="0" y="16"/>
                  </a:lnTo>
                  <a:lnTo>
                    <a:pt x="0" y="33"/>
                  </a:lnTo>
                  <a:lnTo>
                    <a:pt x="8" y="33"/>
                  </a:lnTo>
                  <a:lnTo>
                    <a:pt x="16" y="25"/>
                  </a:lnTo>
                  <a:lnTo>
                    <a:pt x="16" y="8"/>
                  </a:lnTo>
                  <a:lnTo>
                    <a:pt x="8" y="0"/>
                  </a:lnTo>
                  <a:close/>
                </a:path>
              </a:pathLst>
            </a:custGeom>
            <a:solidFill>
              <a:srgbClr val="FFFFBF"/>
            </a:solidFill>
            <a:ln w="9525">
              <a:noFill/>
              <a:round/>
              <a:headEnd/>
              <a:tailEnd/>
            </a:ln>
          </p:spPr>
          <p:txBody>
            <a:bodyPr/>
            <a:lstStyle/>
            <a:p>
              <a:endParaRPr lang="en-AU">
                <a:solidFill>
                  <a:prstClr val="black">
                    <a:lumMod val="75000"/>
                    <a:lumOff val="25000"/>
                  </a:prstClr>
                </a:solidFill>
              </a:endParaRPr>
            </a:p>
          </p:txBody>
        </p:sp>
        <p:sp>
          <p:nvSpPr>
            <p:cNvPr id="13" name="Freeform 13"/>
            <p:cNvSpPr>
              <a:spLocks/>
            </p:cNvSpPr>
            <p:nvPr>
              <p:custDataLst>
                <p:tags r:id="rId32"/>
              </p:custDataLst>
            </p:nvPr>
          </p:nvSpPr>
          <p:spPr bwMode="auto">
            <a:xfrm>
              <a:off x="2057" y="1135"/>
              <a:ext cx="13" cy="24"/>
            </a:xfrm>
            <a:custGeom>
              <a:avLst/>
              <a:gdLst/>
              <a:ahLst/>
              <a:cxnLst>
                <a:cxn ang="0">
                  <a:pos x="7" y="0"/>
                </a:cxn>
                <a:cxn ang="0">
                  <a:pos x="7" y="0"/>
                </a:cxn>
                <a:cxn ang="0">
                  <a:pos x="0" y="8"/>
                </a:cxn>
                <a:cxn ang="0">
                  <a:pos x="7" y="16"/>
                </a:cxn>
                <a:cxn ang="0">
                  <a:pos x="7" y="24"/>
                </a:cxn>
                <a:cxn ang="0">
                  <a:pos x="15" y="16"/>
                </a:cxn>
                <a:cxn ang="0">
                  <a:pos x="15" y="0"/>
                </a:cxn>
                <a:cxn ang="0">
                  <a:pos x="7" y="0"/>
                </a:cxn>
              </a:cxnLst>
              <a:rect l="0" t="0" r="r" b="b"/>
              <a:pathLst>
                <a:path w="15" h="24">
                  <a:moveTo>
                    <a:pt x="7" y="0"/>
                  </a:moveTo>
                  <a:lnTo>
                    <a:pt x="7" y="0"/>
                  </a:lnTo>
                  <a:lnTo>
                    <a:pt x="0" y="8"/>
                  </a:lnTo>
                  <a:lnTo>
                    <a:pt x="7" y="16"/>
                  </a:lnTo>
                  <a:lnTo>
                    <a:pt x="7" y="24"/>
                  </a:lnTo>
                  <a:lnTo>
                    <a:pt x="15" y="16"/>
                  </a:lnTo>
                  <a:lnTo>
                    <a:pt x="15" y="0"/>
                  </a:lnTo>
                  <a:lnTo>
                    <a:pt x="7" y="0"/>
                  </a:lnTo>
                  <a:close/>
                </a:path>
              </a:pathLst>
            </a:custGeom>
            <a:solidFill>
              <a:srgbClr val="FFFFBF"/>
            </a:solidFill>
            <a:ln w="9525">
              <a:noFill/>
              <a:round/>
              <a:headEnd/>
              <a:tailEnd/>
            </a:ln>
          </p:spPr>
          <p:txBody>
            <a:bodyPr/>
            <a:lstStyle/>
            <a:p>
              <a:endParaRPr lang="en-AU">
                <a:solidFill>
                  <a:prstClr val="black">
                    <a:lumMod val="75000"/>
                    <a:lumOff val="25000"/>
                  </a:prstClr>
                </a:solidFill>
              </a:endParaRPr>
            </a:p>
          </p:txBody>
        </p:sp>
        <p:sp>
          <p:nvSpPr>
            <p:cNvPr id="14" name="Freeform 14"/>
            <p:cNvSpPr>
              <a:spLocks/>
            </p:cNvSpPr>
            <p:nvPr>
              <p:custDataLst>
                <p:tags r:id="rId33"/>
              </p:custDataLst>
            </p:nvPr>
          </p:nvSpPr>
          <p:spPr bwMode="auto">
            <a:xfrm>
              <a:off x="2166" y="1217"/>
              <a:ext cx="37" cy="41"/>
            </a:xfrm>
            <a:custGeom>
              <a:avLst/>
              <a:gdLst/>
              <a:ahLst/>
              <a:cxnLst>
                <a:cxn ang="0">
                  <a:pos x="16" y="0"/>
                </a:cxn>
                <a:cxn ang="0">
                  <a:pos x="32" y="0"/>
                </a:cxn>
                <a:cxn ang="0">
                  <a:pos x="40" y="8"/>
                </a:cxn>
                <a:cxn ang="0">
                  <a:pos x="40" y="24"/>
                </a:cxn>
                <a:cxn ang="0">
                  <a:pos x="32" y="33"/>
                </a:cxn>
                <a:cxn ang="0">
                  <a:pos x="32" y="41"/>
                </a:cxn>
                <a:cxn ang="0">
                  <a:pos x="16" y="41"/>
                </a:cxn>
                <a:cxn ang="0">
                  <a:pos x="0" y="24"/>
                </a:cxn>
                <a:cxn ang="0">
                  <a:pos x="8" y="8"/>
                </a:cxn>
                <a:cxn ang="0">
                  <a:pos x="16" y="0"/>
                </a:cxn>
              </a:cxnLst>
              <a:rect l="0" t="0" r="r" b="b"/>
              <a:pathLst>
                <a:path w="40" h="41">
                  <a:moveTo>
                    <a:pt x="16" y="0"/>
                  </a:moveTo>
                  <a:lnTo>
                    <a:pt x="32" y="0"/>
                  </a:lnTo>
                  <a:lnTo>
                    <a:pt x="40" y="8"/>
                  </a:lnTo>
                  <a:lnTo>
                    <a:pt x="40" y="24"/>
                  </a:lnTo>
                  <a:lnTo>
                    <a:pt x="32" y="33"/>
                  </a:lnTo>
                  <a:lnTo>
                    <a:pt x="32" y="41"/>
                  </a:lnTo>
                  <a:lnTo>
                    <a:pt x="16" y="41"/>
                  </a:lnTo>
                  <a:lnTo>
                    <a:pt x="0" y="24"/>
                  </a:lnTo>
                  <a:lnTo>
                    <a:pt x="8" y="8"/>
                  </a:lnTo>
                  <a:lnTo>
                    <a:pt x="16" y="0"/>
                  </a:lnTo>
                  <a:close/>
                </a:path>
              </a:pathLst>
            </a:custGeom>
            <a:solidFill>
              <a:srgbClr val="FFFFBF"/>
            </a:solidFill>
            <a:ln w="9525">
              <a:noFill/>
              <a:round/>
              <a:headEnd/>
              <a:tailEnd/>
            </a:ln>
          </p:spPr>
          <p:txBody>
            <a:bodyPr/>
            <a:lstStyle/>
            <a:p>
              <a:endParaRPr lang="en-AU">
                <a:solidFill>
                  <a:prstClr val="black">
                    <a:lumMod val="75000"/>
                    <a:lumOff val="25000"/>
                  </a:prstClr>
                </a:solidFill>
              </a:endParaRPr>
            </a:p>
          </p:txBody>
        </p:sp>
        <p:sp>
          <p:nvSpPr>
            <p:cNvPr id="15" name="Freeform 15"/>
            <p:cNvSpPr>
              <a:spLocks/>
            </p:cNvSpPr>
            <p:nvPr>
              <p:custDataLst>
                <p:tags r:id="rId34"/>
              </p:custDataLst>
            </p:nvPr>
          </p:nvSpPr>
          <p:spPr bwMode="auto">
            <a:xfrm>
              <a:off x="1770" y="1291"/>
              <a:ext cx="66" cy="131"/>
            </a:xfrm>
            <a:custGeom>
              <a:avLst/>
              <a:gdLst/>
              <a:ahLst/>
              <a:cxnLst>
                <a:cxn ang="0">
                  <a:pos x="0" y="131"/>
                </a:cxn>
                <a:cxn ang="0">
                  <a:pos x="8" y="8"/>
                </a:cxn>
                <a:cxn ang="0">
                  <a:pos x="40" y="0"/>
                </a:cxn>
                <a:cxn ang="0">
                  <a:pos x="48" y="0"/>
                </a:cxn>
                <a:cxn ang="0">
                  <a:pos x="72" y="16"/>
                </a:cxn>
                <a:cxn ang="0">
                  <a:pos x="72" y="98"/>
                </a:cxn>
                <a:cxn ang="0">
                  <a:pos x="0" y="131"/>
                </a:cxn>
              </a:cxnLst>
              <a:rect l="0" t="0" r="r" b="b"/>
              <a:pathLst>
                <a:path w="72" h="131">
                  <a:moveTo>
                    <a:pt x="0" y="131"/>
                  </a:moveTo>
                  <a:lnTo>
                    <a:pt x="8" y="8"/>
                  </a:lnTo>
                  <a:lnTo>
                    <a:pt x="40" y="0"/>
                  </a:lnTo>
                  <a:lnTo>
                    <a:pt x="48" y="0"/>
                  </a:lnTo>
                  <a:lnTo>
                    <a:pt x="72" y="16"/>
                  </a:lnTo>
                  <a:lnTo>
                    <a:pt x="72" y="98"/>
                  </a:lnTo>
                  <a:lnTo>
                    <a:pt x="0" y="131"/>
                  </a:lnTo>
                  <a:close/>
                </a:path>
              </a:pathLst>
            </a:custGeom>
            <a:solidFill>
              <a:srgbClr val="FFFF00"/>
            </a:solidFill>
            <a:ln w="9525">
              <a:noFill/>
              <a:round/>
              <a:headEnd/>
              <a:tailEnd/>
            </a:ln>
          </p:spPr>
          <p:txBody>
            <a:bodyPr/>
            <a:lstStyle/>
            <a:p>
              <a:endParaRPr lang="en-AU">
                <a:solidFill>
                  <a:prstClr val="black">
                    <a:lumMod val="75000"/>
                    <a:lumOff val="25000"/>
                  </a:prstClr>
                </a:solidFill>
              </a:endParaRPr>
            </a:p>
          </p:txBody>
        </p:sp>
        <p:sp>
          <p:nvSpPr>
            <p:cNvPr id="16" name="Freeform 16"/>
            <p:cNvSpPr>
              <a:spLocks/>
            </p:cNvSpPr>
            <p:nvPr>
              <p:custDataLst>
                <p:tags r:id="rId35"/>
              </p:custDataLst>
            </p:nvPr>
          </p:nvSpPr>
          <p:spPr bwMode="auto">
            <a:xfrm>
              <a:off x="1784" y="1488"/>
              <a:ext cx="37" cy="115"/>
            </a:xfrm>
            <a:custGeom>
              <a:avLst/>
              <a:gdLst/>
              <a:ahLst/>
              <a:cxnLst>
                <a:cxn ang="0">
                  <a:pos x="0" y="0"/>
                </a:cxn>
                <a:cxn ang="0">
                  <a:pos x="32" y="8"/>
                </a:cxn>
                <a:cxn ang="0">
                  <a:pos x="40" y="115"/>
                </a:cxn>
                <a:cxn ang="0">
                  <a:pos x="8" y="115"/>
                </a:cxn>
                <a:cxn ang="0">
                  <a:pos x="0" y="0"/>
                </a:cxn>
              </a:cxnLst>
              <a:rect l="0" t="0" r="r" b="b"/>
              <a:pathLst>
                <a:path w="40" h="115">
                  <a:moveTo>
                    <a:pt x="0" y="0"/>
                  </a:moveTo>
                  <a:lnTo>
                    <a:pt x="32" y="8"/>
                  </a:lnTo>
                  <a:lnTo>
                    <a:pt x="40" y="115"/>
                  </a:lnTo>
                  <a:lnTo>
                    <a:pt x="8" y="115"/>
                  </a:lnTo>
                  <a:lnTo>
                    <a:pt x="0" y="0"/>
                  </a:lnTo>
                  <a:close/>
                </a:path>
              </a:pathLst>
            </a:custGeom>
            <a:solidFill>
              <a:srgbClr val="FFFF00"/>
            </a:solidFill>
            <a:ln w="9525">
              <a:noFill/>
              <a:round/>
              <a:headEnd/>
              <a:tailEnd/>
            </a:ln>
          </p:spPr>
          <p:txBody>
            <a:bodyPr/>
            <a:lstStyle/>
            <a:p>
              <a:endParaRPr lang="en-AU">
                <a:solidFill>
                  <a:prstClr val="black">
                    <a:lumMod val="75000"/>
                    <a:lumOff val="25000"/>
                  </a:prstClr>
                </a:solidFill>
              </a:endParaRPr>
            </a:p>
          </p:txBody>
        </p:sp>
        <p:sp>
          <p:nvSpPr>
            <p:cNvPr id="17" name="Freeform 17"/>
            <p:cNvSpPr>
              <a:spLocks/>
            </p:cNvSpPr>
            <p:nvPr>
              <p:custDataLst>
                <p:tags r:id="rId36"/>
              </p:custDataLst>
            </p:nvPr>
          </p:nvSpPr>
          <p:spPr bwMode="auto">
            <a:xfrm>
              <a:off x="1909" y="1233"/>
              <a:ext cx="59" cy="115"/>
            </a:xfrm>
            <a:custGeom>
              <a:avLst/>
              <a:gdLst/>
              <a:ahLst/>
              <a:cxnLst>
                <a:cxn ang="0">
                  <a:pos x="8" y="17"/>
                </a:cxn>
                <a:cxn ang="0">
                  <a:pos x="32" y="0"/>
                </a:cxn>
                <a:cxn ang="0">
                  <a:pos x="40" y="0"/>
                </a:cxn>
                <a:cxn ang="0">
                  <a:pos x="64" y="17"/>
                </a:cxn>
                <a:cxn ang="0">
                  <a:pos x="64" y="91"/>
                </a:cxn>
                <a:cxn ang="0">
                  <a:pos x="0" y="115"/>
                </a:cxn>
                <a:cxn ang="0">
                  <a:pos x="8" y="17"/>
                </a:cxn>
              </a:cxnLst>
              <a:rect l="0" t="0" r="r" b="b"/>
              <a:pathLst>
                <a:path w="64" h="115">
                  <a:moveTo>
                    <a:pt x="8" y="17"/>
                  </a:moveTo>
                  <a:lnTo>
                    <a:pt x="32" y="0"/>
                  </a:lnTo>
                  <a:lnTo>
                    <a:pt x="40" y="0"/>
                  </a:lnTo>
                  <a:lnTo>
                    <a:pt x="64" y="17"/>
                  </a:lnTo>
                  <a:lnTo>
                    <a:pt x="64" y="91"/>
                  </a:lnTo>
                  <a:lnTo>
                    <a:pt x="0" y="115"/>
                  </a:lnTo>
                  <a:lnTo>
                    <a:pt x="8" y="17"/>
                  </a:lnTo>
                  <a:close/>
                </a:path>
              </a:pathLst>
            </a:custGeom>
            <a:solidFill>
              <a:srgbClr val="FFFF00"/>
            </a:solidFill>
            <a:ln w="9525">
              <a:noFill/>
              <a:round/>
              <a:headEnd/>
              <a:tailEnd/>
            </a:ln>
          </p:spPr>
          <p:txBody>
            <a:bodyPr/>
            <a:lstStyle/>
            <a:p>
              <a:endParaRPr lang="en-AU">
                <a:solidFill>
                  <a:prstClr val="black">
                    <a:lumMod val="75000"/>
                    <a:lumOff val="25000"/>
                  </a:prstClr>
                </a:solidFill>
              </a:endParaRPr>
            </a:p>
          </p:txBody>
        </p:sp>
        <p:sp>
          <p:nvSpPr>
            <p:cNvPr id="18" name="Freeform 18"/>
            <p:cNvSpPr>
              <a:spLocks/>
            </p:cNvSpPr>
            <p:nvPr>
              <p:custDataLst>
                <p:tags r:id="rId37"/>
              </p:custDataLst>
            </p:nvPr>
          </p:nvSpPr>
          <p:spPr bwMode="auto">
            <a:xfrm>
              <a:off x="1931" y="1505"/>
              <a:ext cx="30" cy="24"/>
            </a:xfrm>
            <a:custGeom>
              <a:avLst/>
              <a:gdLst/>
              <a:ahLst/>
              <a:cxnLst>
                <a:cxn ang="0">
                  <a:pos x="0" y="0"/>
                </a:cxn>
                <a:cxn ang="0">
                  <a:pos x="0" y="24"/>
                </a:cxn>
                <a:cxn ang="0">
                  <a:pos x="32" y="24"/>
                </a:cxn>
                <a:cxn ang="0">
                  <a:pos x="24" y="8"/>
                </a:cxn>
                <a:cxn ang="0">
                  <a:pos x="0" y="0"/>
                </a:cxn>
              </a:cxnLst>
              <a:rect l="0" t="0" r="r" b="b"/>
              <a:pathLst>
                <a:path w="32" h="24">
                  <a:moveTo>
                    <a:pt x="0" y="0"/>
                  </a:moveTo>
                  <a:lnTo>
                    <a:pt x="0" y="24"/>
                  </a:lnTo>
                  <a:lnTo>
                    <a:pt x="32" y="24"/>
                  </a:lnTo>
                  <a:lnTo>
                    <a:pt x="24" y="8"/>
                  </a:lnTo>
                  <a:lnTo>
                    <a:pt x="0" y="0"/>
                  </a:lnTo>
                  <a:close/>
                </a:path>
              </a:pathLst>
            </a:custGeom>
            <a:solidFill>
              <a:srgbClr val="FFFF00"/>
            </a:solidFill>
            <a:ln w="9525">
              <a:noFill/>
              <a:round/>
              <a:headEnd/>
              <a:tailEnd/>
            </a:ln>
          </p:spPr>
          <p:txBody>
            <a:bodyPr/>
            <a:lstStyle/>
            <a:p>
              <a:endParaRPr lang="en-AU">
                <a:solidFill>
                  <a:prstClr val="black">
                    <a:lumMod val="75000"/>
                    <a:lumOff val="25000"/>
                  </a:prstClr>
                </a:solidFill>
              </a:endParaRPr>
            </a:p>
          </p:txBody>
        </p:sp>
        <p:sp>
          <p:nvSpPr>
            <p:cNvPr id="19" name="Freeform 19"/>
            <p:cNvSpPr>
              <a:spLocks/>
            </p:cNvSpPr>
            <p:nvPr>
              <p:custDataLst>
                <p:tags r:id="rId38"/>
              </p:custDataLst>
            </p:nvPr>
          </p:nvSpPr>
          <p:spPr bwMode="auto">
            <a:xfrm>
              <a:off x="2042" y="1192"/>
              <a:ext cx="43" cy="99"/>
            </a:xfrm>
            <a:custGeom>
              <a:avLst/>
              <a:gdLst/>
              <a:ahLst/>
              <a:cxnLst>
                <a:cxn ang="0">
                  <a:pos x="8" y="8"/>
                </a:cxn>
                <a:cxn ang="0">
                  <a:pos x="0" y="99"/>
                </a:cxn>
                <a:cxn ang="0">
                  <a:pos x="47" y="99"/>
                </a:cxn>
                <a:cxn ang="0">
                  <a:pos x="39" y="8"/>
                </a:cxn>
                <a:cxn ang="0">
                  <a:pos x="23" y="0"/>
                </a:cxn>
                <a:cxn ang="0">
                  <a:pos x="8" y="8"/>
                </a:cxn>
              </a:cxnLst>
              <a:rect l="0" t="0" r="r" b="b"/>
              <a:pathLst>
                <a:path w="47" h="99">
                  <a:moveTo>
                    <a:pt x="8" y="8"/>
                  </a:moveTo>
                  <a:lnTo>
                    <a:pt x="0" y="99"/>
                  </a:lnTo>
                  <a:lnTo>
                    <a:pt x="47" y="99"/>
                  </a:lnTo>
                  <a:lnTo>
                    <a:pt x="39" y="8"/>
                  </a:lnTo>
                  <a:lnTo>
                    <a:pt x="23" y="0"/>
                  </a:lnTo>
                  <a:lnTo>
                    <a:pt x="8" y="8"/>
                  </a:lnTo>
                  <a:close/>
                </a:path>
              </a:pathLst>
            </a:custGeom>
            <a:solidFill>
              <a:srgbClr val="FFFF00"/>
            </a:solidFill>
            <a:ln w="9525">
              <a:noFill/>
              <a:round/>
              <a:headEnd/>
              <a:tailEnd/>
            </a:ln>
          </p:spPr>
          <p:txBody>
            <a:bodyPr/>
            <a:lstStyle/>
            <a:p>
              <a:endParaRPr lang="en-AU">
                <a:solidFill>
                  <a:prstClr val="black">
                    <a:lumMod val="75000"/>
                    <a:lumOff val="25000"/>
                  </a:prstClr>
                </a:solidFill>
              </a:endParaRPr>
            </a:p>
          </p:txBody>
        </p:sp>
        <p:sp>
          <p:nvSpPr>
            <p:cNvPr id="20" name="Freeform 20"/>
            <p:cNvSpPr>
              <a:spLocks/>
            </p:cNvSpPr>
            <p:nvPr>
              <p:custDataLst>
                <p:tags r:id="rId39"/>
              </p:custDataLst>
            </p:nvPr>
          </p:nvSpPr>
          <p:spPr bwMode="auto">
            <a:xfrm>
              <a:off x="2122" y="1315"/>
              <a:ext cx="104" cy="338"/>
            </a:xfrm>
            <a:custGeom>
              <a:avLst/>
              <a:gdLst/>
              <a:ahLst/>
              <a:cxnLst>
                <a:cxn ang="0">
                  <a:pos x="16" y="9"/>
                </a:cxn>
                <a:cxn ang="0">
                  <a:pos x="56" y="0"/>
                </a:cxn>
                <a:cxn ang="0">
                  <a:pos x="80" y="0"/>
                </a:cxn>
                <a:cxn ang="0">
                  <a:pos x="104" y="17"/>
                </a:cxn>
                <a:cxn ang="0">
                  <a:pos x="112" y="157"/>
                </a:cxn>
                <a:cxn ang="0">
                  <a:pos x="96" y="173"/>
                </a:cxn>
                <a:cxn ang="0">
                  <a:pos x="96" y="338"/>
                </a:cxn>
                <a:cxn ang="0">
                  <a:pos x="40" y="338"/>
                </a:cxn>
                <a:cxn ang="0">
                  <a:pos x="24" y="165"/>
                </a:cxn>
                <a:cxn ang="0">
                  <a:pos x="0" y="157"/>
                </a:cxn>
                <a:cxn ang="0">
                  <a:pos x="16" y="9"/>
                </a:cxn>
              </a:cxnLst>
              <a:rect l="0" t="0" r="r" b="b"/>
              <a:pathLst>
                <a:path w="112" h="338">
                  <a:moveTo>
                    <a:pt x="16" y="9"/>
                  </a:moveTo>
                  <a:lnTo>
                    <a:pt x="56" y="0"/>
                  </a:lnTo>
                  <a:lnTo>
                    <a:pt x="80" y="0"/>
                  </a:lnTo>
                  <a:lnTo>
                    <a:pt x="104" y="17"/>
                  </a:lnTo>
                  <a:lnTo>
                    <a:pt x="112" y="157"/>
                  </a:lnTo>
                  <a:lnTo>
                    <a:pt x="96" y="173"/>
                  </a:lnTo>
                  <a:lnTo>
                    <a:pt x="96" y="338"/>
                  </a:lnTo>
                  <a:lnTo>
                    <a:pt x="40" y="338"/>
                  </a:lnTo>
                  <a:lnTo>
                    <a:pt x="24" y="165"/>
                  </a:lnTo>
                  <a:lnTo>
                    <a:pt x="0" y="157"/>
                  </a:lnTo>
                  <a:lnTo>
                    <a:pt x="16" y="9"/>
                  </a:lnTo>
                  <a:close/>
                </a:path>
              </a:pathLst>
            </a:custGeom>
            <a:solidFill>
              <a:srgbClr val="FFFF00"/>
            </a:solidFill>
            <a:ln w="9525">
              <a:noFill/>
              <a:round/>
              <a:headEnd/>
              <a:tailEnd/>
            </a:ln>
          </p:spPr>
          <p:txBody>
            <a:bodyPr/>
            <a:lstStyle/>
            <a:p>
              <a:endParaRPr lang="en-AU">
                <a:solidFill>
                  <a:prstClr val="black">
                    <a:lumMod val="75000"/>
                    <a:lumOff val="25000"/>
                  </a:prstClr>
                </a:solidFill>
              </a:endParaRPr>
            </a:p>
          </p:txBody>
        </p:sp>
        <p:sp>
          <p:nvSpPr>
            <p:cNvPr id="21" name="Freeform 21"/>
            <p:cNvSpPr>
              <a:spLocks/>
            </p:cNvSpPr>
            <p:nvPr>
              <p:custDataLst>
                <p:tags r:id="rId40"/>
              </p:custDataLst>
            </p:nvPr>
          </p:nvSpPr>
          <p:spPr bwMode="auto">
            <a:xfrm>
              <a:off x="1799" y="1332"/>
              <a:ext cx="301" cy="156"/>
            </a:xfrm>
            <a:custGeom>
              <a:avLst/>
              <a:gdLst/>
              <a:ahLst/>
              <a:cxnLst>
                <a:cxn ang="0">
                  <a:pos x="0" y="115"/>
                </a:cxn>
                <a:cxn ang="0">
                  <a:pos x="239" y="0"/>
                </a:cxn>
                <a:cxn ang="0">
                  <a:pos x="326" y="0"/>
                </a:cxn>
                <a:cxn ang="0">
                  <a:pos x="310" y="156"/>
                </a:cxn>
                <a:cxn ang="0">
                  <a:pos x="0" y="115"/>
                </a:cxn>
              </a:cxnLst>
              <a:rect l="0" t="0" r="r" b="b"/>
              <a:pathLst>
                <a:path w="326" h="156">
                  <a:moveTo>
                    <a:pt x="0" y="115"/>
                  </a:moveTo>
                  <a:lnTo>
                    <a:pt x="239" y="0"/>
                  </a:lnTo>
                  <a:lnTo>
                    <a:pt x="326" y="0"/>
                  </a:lnTo>
                  <a:lnTo>
                    <a:pt x="310" y="156"/>
                  </a:lnTo>
                  <a:lnTo>
                    <a:pt x="0" y="115"/>
                  </a:lnTo>
                  <a:close/>
                </a:path>
              </a:pathLst>
            </a:custGeom>
            <a:solidFill>
              <a:srgbClr val="FFFFFF"/>
            </a:solidFill>
            <a:ln w="9525">
              <a:noFill/>
              <a:round/>
              <a:headEnd/>
              <a:tailEnd/>
            </a:ln>
          </p:spPr>
          <p:txBody>
            <a:bodyPr/>
            <a:lstStyle/>
            <a:p>
              <a:endParaRPr lang="en-AU">
                <a:solidFill>
                  <a:prstClr val="black">
                    <a:lumMod val="75000"/>
                    <a:lumOff val="25000"/>
                  </a:prstClr>
                </a:solidFill>
              </a:endParaRPr>
            </a:p>
          </p:txBody>
        </p:sp>
        <p:sp>
          <p:nvSpPr>
            <p:cNvPr id="22" name="Freeform 22"/>
            <p:cNvSpPr>
              <a:spLocks/>
            </p:cNvSpPr>
            <p:nvPr>
              <p:custDataLst>
                <p:tags r:id="rId41"/>
              </p:custDataLst>
            </p:nvPr>
          </p:nvSpPr>
          <p:spPr bwMode="auto">
            <a:xfrm>
              <a:off x="1843" y="1340"/>
              <a:ext cx="242" cy="123"/>
            </a:xfrm>
            <a:custGeom>
              <a:avLst/>
              <a:gdLst/>
              <a:ahLst/>
              <a:cxnLst>
                <a:cxn ang="0">
                  <a:pos x="0" y="99"/>
                </a:cxn>
                <a:cxn ang="0">
                  <a:pos x="191" y="0"/>
                </a:cxn>
                <a:cxn ang="0">
                  <a:pos x="262" y="0"/>
                </a:cxn>
                <a:cxn ang="0">
                  <a:pos x="246" y="123"/>
                </a:cxn>
                <a:cxn ang="0">
                  <a:pos x="0" y="99"/>
                </a:cxn>
              </a:cxnLst>
              <a:rect l="0" t="0" r="r" b="b"/>
              <a:pathLst>
                <a:path w="262" h="123">
                  <a:moveTo>
                    <a:pt x="0" y="99"/>
                  </a:moveTo>
                  <a:lnTo>
                    <a:pt x="191" y="0"/>
                  </a:lnTo>
                  <a:lnTo>
                    <a:pt x="262" y="0"/>
                  </a:lnTo>
                  <a:lnTo>
                    <a:pt x="246" y="123"/>
                  </a:lnTo>
                  <a:lnTo>
                    <a:pt x="0" y="99"/>
                  </a:lnTo>
                  <a:close/>
                </a:path>
              </a:pathLst>
            </a:custGeom>
            <a:solidFill>
              <a:srgbClr val="99997A"/>
            </a:solidFill>
            <a:ln w="9525">
              <a:noFill/>
              <a:round/>
              <a:headEnd/>
              <a:tailEnd/>
            </a:ln>
          </p:spPr>
          <p:txBody>
            <a:bodyPr/>
            <a:lstStyle/>
            <a:p>
              <a:endParaRPr lang="en-AU">
                <a:solidFill>
                  <a:prstClr val="black">
                    <a:lumMod val="75000"/>
                    <a:lumOff val="25000"/>
                  </a:prstClr>
                </a:solidFill>
              </a:endParaRPr>
            </a:p>
          </p:txBody>
        </p:sp>
      </p:grpSp>
      <p:grpSp>
        <p:nvGrpSpPr>
          <p:cNvPr id="23" name="Group 23"/>
          <p:cNvGrpSpPr>
            <a:grpSpLocks/>
          </p:cNvGrpSpPr>
          <p:nvPr/>
        </p:nvGrpSpPr>
        <p:grpSpPr bwMode="auto">
          <a:xfrm>
            <a:off x="569674" y="1499940"/>
            <a:ext cx="752948" cy="835419"/>
            <a:chOff x="2438" y="2088"/>
            <a:chExt cx="581" cy="716"/>
          </a:xfrm>
        </p:grpSpPr>
        <p:sp>
          <p:nvSpPr>
            <p:cNvPr id="24" name="Freeform 24"/>
            <p:cNvSpPr>
              <a:spLocks/>
            </p:cNvSpPr>
            <p:nvPr>
              <p:custDataLst>
                <p:tags r:id="rId18"/>
              </p:custDataLst>
            </p:nvPr>
          </p:nvSpPr>
          <p:spPr bwMode="auto">
            <a:xfrm>
              <a:off x="2490" y="2500"/>
              <a:ext cx="337" cy="304"/>
            </a:xfrm>
            <a:custGeom>
              <a:avLst/>
              <a:gdLst/>
              <a:ahLst/>
              <a:cxnLst>
                <a:cxn ang="0">
                  <a:pos x="350" y="90"/>
                </a:cxn>
                <a:cxn ang="0">
                  <a:pos x="0" y="0"/>
                </a:cxn>
                <a:cxn ang="0">
                  <a:pos x="8" y="164"/>
                </a:cxn>
                <a:cxn ang="0">
                  <a:pos x="366" y="304"/>
                </a:cxn>
                <a:cxn ang="0">
                  <a:pos x="350" y="90"/>
                </a:cxn>
              </a:cxnLst>
              <a:rect l="0" t="0" r="r" b="b"/>
              <a:pathLst>
                <a:path w="366" h="304">
                  <a:moveTo>
                    <a:pt x="350" y="90"/>
                  </a:moveTo>
                  <a:lnTo>
                    <a:pt x="0" y="0"/>
                  </a:lnTo>
                  <a:lnTo>
                    <a:pt x="8" y="164"/>
                  </a:lnTo>
                  <a:lnTo>
                    <a:pt x="366" y="304"/>
                  </a:lnTo>
                  <a:lnTo>
                    <a:pt x="350" y="90"/>
                  </a:lnTo>
                  <a:close/>
                </a:path>
              </a:pathLst>
            </a:custGeom>
            <a:solidFill>
              <a:srgbClr val="7A997A"/>
            </a:solidFill>
            <a:ln w="9525">
              <a:noFill/>
              <a:round/>
              <a:headEnd/>
              <a:tailEnd/>
            </a:ln>
          </p:spPr>
          <p:txBody>
            <a:bodyPr/>
            <a:lstStyle/>
            <a:p>
              <a:endParaRPr lang="en-AU">
                <a:solidFill>
                  <a:prstClr val="black">
                    <a:lumMod val="75000"/>
                    <a:lumOff val="25000"/>
                  </a:prstClr>
                </a:solidFill>
              </a:endParaRPr>
            </a:p>
          </p:txBody>
        </p:sp>
        <p:sp>
          <p:nvSpPr>
            <p:cNvPr id="25" name="Freeform 25"/>
            <p:cNvSpPr>
              <a:spLocks/>
            </p:cNvSpPr>
            <p:nvPr>
              <p:custDataLst>
                <p:tags r:id="rId19"/>
              </p:custDataLst>
            </p:nvPr>
          </p:nvSpPr>
          <p:spPr bwMode="auto">
            <a:xfrm>
              <a:off x="2923" y="2286"/>
              <a:ext cx="96" cy="197"/>
            </a:xfrm>
            <a:custGeom>
              <a:avLst/>
              <a:gdLst/>
              <a:ahLst/>
              <a:cxnLst>
                <a:cxn ang="0">
                  <a:pos x="95" y="0"/>
                </a:cxn>
                <a:cxn ang="0">
                  <a:pos x="103" y="197"/>
                </a:cxn>
                <a:cxn ang="0">
                  <a:pos x="0" y="164"/>
                </a:cxn>
                <a:cxn ang="0">
                  <a:pos x="95" y="0"/>
                </a:cxn>
              </a:cxnLst>
              <a:rect l="0" t="0" r="r" b="b"/>
              <a:pathLst>
                <a:path w="103" h="197">
                  <a:moveTo>
                    <a:pt x="95" y="0"/>
                  </a:moveTo>
                  <a:lnTo>
                    <a:pt x="103" y="197"/>
                  </a:lnTo>
                  <a:lnTo>
                    <a:pt x="0" y="164"/>
                  </a:lnTo>
                  <a:lnTo>
                    <a:pt x="95" y="0"/>
                  </a:lnTo>
                  <a:close/>
                </a:path>
              </a:pathLst>
            </a:custGeom>
            <a:solidFill>
              <a:srgbClr val="7A997A"/>
            </a:solidFill>
            <a:ln w="9525">
              <a:noFill/>
              <a:round/>
              <a:headEnd/>
              <a:tailEnd/>
            </a:ln>
          </p:spPr>
          <p:txBody>
            <a:bodyPr/>
            <a:lstStyle/>
            <a:p>
              <a:endParaRPr lang="en-AU">
                <a:solidFill>
                  <a:prstClr val="black">
                    <a:lumMod val="75000"/>
                    <a:lumOff val="25000"/>
                  </a:prstClr>
                </a:solidFill>
              </a:endParaRPr>
            </a:p>
          </p:txBody>
        </p:sp>
        <p:sp>
          <p:nvSpPr>
            <p:cNvPr id="26" name="Freeform 26"/>
            <p:cNvSpPr>
              <a:spLocks/>
            </p:cNvSpPr>
            <p:nvPr>
              <p:custDataLst>
                <p:tags r:id="rId20"/>
              </p:custDataLst>
            </p:nvPr>
          </p:nvSpPr>
          <p:spPr bwMode="auto">
            <a:xfrm>
              <a:off x="2490" y="2088"/>
              <a:ext cx="529" cy="486"/>
            </a:xfrm>
            <a:custGeom>
              <a:avLst/>
              <a:gdLst/>
              <a:ahLst/>
              <a:cxnLst>
                <a:cxn ang="0">
                  <a:pos x="0" y="362"/>
                </a:cxn>
                <a:cxn ang="0">
                  <a:pos x="32" y="329"/>
                </a:cxn>
                <a:cxn ang="0">
                  <a:pos x="16" y="313"/>
                </a:cxn>
                <a:cxn ang="0">
                  <a:pos x="32" y="140"/>
                </a:cxn>
                <a:cxn ang="0">
                  <a:pos x="80" y="124"/>
                </a:cxn>
                <a:cxn ang="0">
                  <a:pos x="72" y="58"/>
                </a:cxn>
                <a:cxn ang="0">
                  <a:pos x="104" y="0"/>
                </a:cxn>
                <a:cxn ang="0">
                  <a:pos x="159" y="0"/>
                </a:cxn>
                <a:cxn ang="0">
                  <a:pos x="207" y="42"/>
                </a:cxn>
                <a:cxn ang="0">
                  <a:pos x="199" y="107"/>
                </a:cxn>
                <a:cxn ang="0">
                  <a:pos x="223" y="124"/>
                </a:cxn>
                <a:cxn ang="0">
                  <a:pos x="231" y="148"/>
                </a:cxn>
                <a:cxn ang="0">
                  <a:pos x="287" y="181"/>
                </a:cxn>
                <a:cxn ang="0">
                  <a:pos x="366" y="132"/>
                </a:cxn>
                <a:cxn ang="0">
                  <a:pos x="573" y="157"/>
                </a:cxn>
                <a:cxn ang="0">
                  <a:pos x="366" y="486"/>
                </a:cxn>
                <a:cxn ang="0">
                  <a:pos x="0" y="395"/>
                </a:cxn>
                <a:cxn ang="0">
                  <a:pos x="0" y="362"/>
                </a:cxn>
              </a:cxnLst>
              <a:rect l="0" t="0" r="r" b="b"/>
              <a:pathLst>
                <a:path w="573" h="486">
                  <a:moveTo>
                    <a:pt x="0" y="362"/>
                  </a:moveTo>
                  <a:lnTo>
                    <a:pt x="32" y="329"/>
                  </a:lnTo>
                  <a:lnTo>
                    <a:pt x="16" y="313"/>
                  </a:lnTo>
                  <a:lnTo>
                    <a:pt x="32" y="140"/>
                  </a:lnTo>
                  <a:lnTo>
                    <a:pt x="80" y="124"/>
                  </a:lnTo>
                  <a:lnTo>
                    <a:pt x="72" y="58"/>
                  </a:lnTo>
                  <a:lnTo>
                    <a:pt x="104" y="0"/>
                  </a:lnTo>
                  <a:lnTo>
                    <a:pt x="159" y="0"/>
                  </a:lnTo>
                  <a:lnTo>
                    <a:pt x="207" y="42"/>
                  </a:lnTo>
                  <a:lnTo>
                    <a:pt x="199" y="107"/>
                  </a:lnTo>
                  <a:lnTo>
                    <a:pt x="223" y="124"/>
                  </a:lnTo>
                  <a:lnTo>
                    <a:pt x="231" y="148"/>
                  </a:lnTo>
                  <a:lnTo>
                    <a:pt x="287" y="181"/>
                  </a:lnTo>
                  <a:lnTo>
                    <a:pt x="366" y="132"/>
                  </a:lnTo>
                  <a:lnTo>
                    <a:pt x="573" y="157"/>
                  </a:lnTo>
                  <a:lnTo>
                    <a:pt x="366" y="486"/>
                  </a:lnTo>
                  <a:lnTo>
                    <a:pt x="0" y="395"/>
                  </a:lnTo>
                  <a:lnTo>
                    <a:pt x="0" y="362"/>
                  </a:lnTo>
                  <a:close/>
                </a:path>
              </a:pathLst>
            </a:custGeom>
            <a:solidFill>
              <a:srgbClr val="000000"/>
            </a:solidFill>
            <a:ln w="9525">
              <a:noFill/>
              <a:round/>
              <a:headEnd/>
              <a:tailEnd/>
            </a:ln>
          </p:spPr>
          <p:txBody>
            <a:bodyPr/>
            <a:lstStyle/>
            <a:p>
              <a:endParaRPr lang="en-AU">
                <a:solidFill>
                  <a:prstClr val="black">
                    <a:lumMod val="75000"/>
                    <a:lumOff val="25000"/>
                  </a:prstClr>
                </a:solidFill>
              </a:endParaRPr>
            </a:p>
          </p:txBody>
        </p:sp>
        <p:sp>
          <p:nvSpPr>
            <p:cNvPr id="27" name="Freeform 27"/>
            <p:cNvSpPr>
              <a:spLocks/>
            </p:cNvSpPr>
            <p:nvPr>
              <p:custDataLst>
                <p:tags r:id="rId21"/>
              </p:custDataLst>
            </p:nvPr>
          </p:nvSpPr>
          <p:spPr bwMode="auto">
            <a:xfrm>
              <a:off x="2549" y="2228"/>
              <a:ext cx="139" cy="198"/>
            </a:xfrm>
            <a:custGeom>
              <a:avLst/>
              <a:gdLst/>
              <a:ahLst/>
              <a:cxnLst>
                <a:cxn ang="0">
                  <a:pos x="8" y="25"/>
                </a:cxn>
                <a:cxn ang="0">
                  <a:pos x="48" y="8"/>
                </a:cxn>
                <a:cxn ang="0">
                  <a:pos x="64" y="17"/>
                </a:cxn>
                <a:cxn ang="0">
                  <a:pos x="103" y="17"/>
                </a:cxn>
                <a:cxn ang="0">
                  <a:pos x="111" y="0"/>
                </a:cxn>
                <a:cxn ang="0">
                  <a:pos x="127" y="8"/>
                </a:cxn>
                <a:cxn ang="0">
                  <a:pos x="135" y="33"/>
                </a:cxn>
                <a:cxn ang="0">
                  <a:pos x="151" y="91"/>
                </a:cxn>
                <a:cxn ang="0">
                  <a:pos x="95" y="115"/>
                </a:cxn>
                <a:cxn ang="0">
                  <a:pos x="87" y="115"/>
                </a:cxn>
                <a:cxn ang="0">
                  <a:pos x="87" y="74"/>
                </a:cxn>
                <a:cxn ang="0">
                  <a:pos x="48" y="74"/>
                </a:cxn>
                <a:cxn ang="0">
                  <a:pos x="56" y="140"/>
                </a:cxn>
                <a:cxn ang="0">
                  <a:pos x="135" y="181"/>
                </a:cxn>
                <a:cxn ang="0">
                  <a:pos x="127" y="198"/>
                </a:cxn>
                <a:cxn ang="0">
                  <a:pos x="0" y="156"/>
                </a:cxn>
                <a:cxn ang="0">
                  <a:pos x="8" y="25"/>
                </a:cxn>
              </a:cxnLst>
              <a:rect l="0" t="0" r="r" b="b"/>
              <a:pathLst>
                <a:path w="151" h="198">
                  <a:moveTo>
                    <a:pt x="8" y="25"/>
                  </a:moveTo>
                  <a:lnTo>
                    <a:pt x="48" y="8"/>
                  </a:lnTo>
                  <a:lnTo>
                    <a:pt x="64" y="17"/>
                  </a:lnTo>
                  <a:lnTo>
                    <a:pt x="103" y="17"/>
                  </a:lnTo>
                  <a:lnTo>
                    <a:pt x="111" y="0"/>
                  </a:lnTo>
                  <a:lnTo>
                    <a:pt x="127" y="8"/>
                  </a:lnTo>
                  <a:lnTo>
                    <a:pt x="135" y="33"/>
                  </a:lnTo>
                  <a:lnTo>
                    <a:pt x="151" y="91"/>
                  </a:lnTo>
                  <a:lnTo>
                    <a:pt x="95" y="115"/>
                  </a:lnTo>
                  <a:lnTo>
                    <a:pt x="87" y="115"/>
                  </a:lnTo>
                  <a:lnTo>
                    <a:pt x="87" y="74"/>
                  </a:lnTo>
                  <a:lnTo>
                    <a:pt x="48" y="74"/>
                  </a:lnTo>
                  <a:lnTo>
                    <a:pt x="56" y="140"/>
                  </a:lnTo>
                  <a:lnTo>
                    <a:pt x="135" y="181"/>
                  </a:lnTo>
                  <a:lnTo>
                    <a:pt x="127" y="198"/>
                  </a:lnTo>
                  <a:lnTo>
                    <a:pt x="0" y="156"/>
                  </a:lnTo>
                  <a:lnTo>
                    <a:pt x="8" y="25"/>
                  </a:lnTo>
                  <a:close/>
                </a:path>
              </a:pathLst>
            </a:custGeom>
            <a:solidFill>
              <a:srgbClr val="BFFFBF"/>
            </a:solidFill>
            <a:ln w="9525">
              <a:noFill/>
              <a:round/>
              <a:headEnd/>
              <a:tailEnd/>
            </a:ln>
          </p:spPr>
          <p:txBody>
            <a:bodyPr/>
            <a:lstStyle/>
            <a:p>
              <a:endParaRPr lang="en-AU">
                <a:solidFill>
                  <a:prstClr val="black">
                    <a:lumMod val="75000"/>
                    <a:lumOff val="25000"/>
                  </a:prstClr>
                </a:solidFill>
              </a:endParaRPr>
            </a:p>
          </p:txBody>
        </p:sp>
        <p:sp>
          <p:nvSpPr>
            <p:cNvPr id="28" name="Freeform 28"/>
            <p:cNvSpPr>
              <a:spLocks/>
            </p:cNvSpPr>
            <p:nvPr>
              <p:custDataLst>
                <p:tags r:id="rId22"/>
              </p:custDataLst>
            </p:nvPr>
          </p:nvSpPr>
          <p:spPr bwMode="auto">
            <a:xfrm>
              <a:off x="2718" y="2286"/>
              <a:ext cx="37" cy="33"/>
            </a:xfrm>
            <a:custGeom>
              <a:avLst/>
              <a:gdLst/>
              <a:ahLst/>
              <a:cxnLst>
                <a:cxn ang="0">
                  <a:pos x="0" y="0"/>
                </a:cxn>
                <a:cxn ang="0">
                  <a:pos x="8" y="24"/>
                </a:cxn>
                <a:cxn ang="0">
                  <a:pos x="40" y="33"/>
                </a:cxn>
                <a:cxn ang="0">
                  <a:pos x="40" y="24"/>
                </a:cxn>
                <a:cxn ang="0">
                  <a:pos x="0" y="0"/>
                </a:cxn>
              </a:cxnLst>
              <a:rect l="0" t="0" r="r" b="b"/>
              <a:pathLst>
                <a:path w="40" h="33">
                  <a:moveTo>
                    <a:pt x="0" y="0"/>
                  </a:moveTo>
                  <a:lnTo>
                    <a:pt x="8" y="24"/>
                  </a:lnTo>
                  <a:lnTo>
                    <a:pt x="40" y="33"/>
                  </a:lnTo>
                  <a:lnTo>
                    <a:pt x="40" y="24"/>
                  </a:lnTo>
                  <a:lnTo>
                    <a:pt x="0" y="0"/>
                  </a:lnTo>
                  <a:close/>
                </a:path>
              </a:pathLst>
            </a:custGeom>
            <a:solidFill>
              <a:srgbClr val="BFFFBF"/>
            </a:solidFill>
            <a:ln w="9525">
              <a:noFill/>
              <a:round/>
              <a:headEnd/>
              <a:tailEnd/>
            </a:ln>
          </p:spPr>
          <p:txBody>
            <a:bodyPr/>
            <a:lstStyle/>
            <a:p>
              <a:endParaRPr lang="en-AU">
                <a:solidFill>
                  <a:prstClr val="black">
                    <a:lumMod val="75000"/>
                    <a:lumOff val="25000"/>
                  </a:prstClr>
                </a:solidFill>
              </a:endParaRPr>
            </a:p>
          </p:txBody>
        </p:sp>
        <p:sp>
          <p:nvSpPr>
            <p:cNvPr id="29" name="Freeform 29"/>
            <p:cNvSpPr>
              <a:spLocks/>
            </p:cNvSpPr>
            <p:nvPr>
              <p:custDataLst>
                <p:tags r:id="rId23"/>
              </p:custDataLst>
            </p:nvPr>
          </p:nvSpPr>
          <p:spPr bwMode="auto">
            <a:xfrm>
              <a:off x="2534" y="2261"/>
              <a:ext cx="419" cy="271"/>
            </a:xfrm>
            <a:custGeom>
              <a:avLst/>
              <a:gdLst/>
              <a:ahLst/>
              <a:cxnLst>
                <a:cxn ang="0">
                  <a:pos x="0" y="197"/>
                </a:cxn>
                <a:cxn ang="0">
                  <a:pos x="40" y="173"/>
                </a:cxn>
                <a:cxn ang="0">
                  <a:pos x="231" y="230"/>
                </a:cxn>
                <a:cxn ang="0">
                  <a:pos x="263" y="173"/>
                </a:cxn>
                <a:cxn ang="0">
                  <a:pos x="231" y="132"/>
                </a:cxn>
                <a:cxn ang="0">
                  <a:pos x="159" y="107"/>
                </a:cxn>
                <a:cxn ang="0">
                  <a:pos x="183" y="91"/>
                </a:cxn>
                <a:cxn ang="0">
                  <a:pos x="247" y="99"/>
                </a:cxn>
                <a:cxn ang="0">
                  <a:pos x="263" y="115"/>
                </a:cxn>
                <a:cxn ang="0">
                  <a:pos x="318" y="123"/>
                </a:cxn>
                <a:cxn ang="0">
                  <a:pos x="358" y="82"/>
                </a:cxn>
                <a:cxn ang="0">
                  <a:pos x="326" y="41"/>
                </a:cxn>
                <a:cxn ang="0">
                  <a:pos x="294" y="25"/>
                </a:cxn>
                <a:cxn ang="0">
                  <a:pos x="334" y="0"/>
                </a:cxn>
                <a:cxn ang="0">
                  <a:pos x="454" y="17"/>
                </a:cxn>
                <a:cxn ang="0">
                  <a:pos x="294" y="271"/>
                </a:cxn>
                <a:cxn ang="0">
                  <a:pos x="0" y="197"/>
                </a:cxn>
              </a:cxnLst>
              <a:rect l="0" t="0" r="r" b="b"/>
              <a:pathLst>
                <a:path w="454" h="271">
                  <a:moveTo>
                    <a:pt x="0" y="197"/>
                  </a:moveTo>
                  <a:lnTo>
                    <a:pt x="40" y="173"/>
                  </a:lnTo>
                  <a:lnTo>
                    <a:pt x="231" y="230"/>
                  </a:lnTo>
                  <a:lnTo>
                    <a:pt x="263" y="173"/>
                  </a:lnTo>
                  <a:lnTo>
                    <a:pt x="231" y="132"/>
                  </a:lnTo>
                  <a:lnTo>
                    <a:pt x="159" y="107"/>
                  </a:lnTo>
                  <a:lnTo>
                    <a:pt x="183" y="91"/>
                  </a:lnTo>
                  <a:lnTo>
                    <a:pt x="247" y="99"/>
                  </a:lnTo>
                  <a:lnTo>
                    <a:pt x="263" y="115"/>
                  </a:lnTo>
                  <a:lnTo>
                    <a:pt x="318" y="123"/>
                  </a:lnTo>
                  <a:lnTo>
                    <a:pt x="358" y="82"/>
                  </a:lnTo>
                  <a:lnTo>
                    <a:pt x="326" y="41"/>
                  </a:lnTo>
                  <a:lnTo>
                    <a:pt x="294" y="25"/>
                  </a:lnTo>
                  <a:lnTo>
                    <a:pt x="334" y="0"/>
                  </a:lnTo>
                  <a:lnTo>
                    <a:pt x="454" y="17"/>
                  </a:lnTo>
                  <a:lnTo>
                    <a:pt x="294" y="271"/>
                  </a:lnTo>
                  <a:lnTo>
                    <a:pt x="0" y="197"/>
                  </a:lnTo>
                  <a:close/>
                </a:path>
              </a:pathLst>
            </a:custGeom>
            <a:solidFill>
              <a:srgbClr val="00FF00"/>
            </a:solidFill>
            <a:ln w="9525">
              <a:noFill/>
              <a:round/>
              <a:headEnd/>
              <a:tailEnd/>
            </a:ln>
          </p:spPr>
          <p:txBody>
            <a:bodyPr/>
            <a:lstStyle/>
            <a:p>
              <a:endParaRPr lang="en-AU">
                <a:solidFill>
                  <a:prstClr val="black">
                    <a:lumMod val="75000"/>
                    <a:lumOff val="25000"/>
                  </a:prstClr>
                </a:solidFill>
              </a:endParaRPr>
            </a:p>
          </p:txBody>
        </p:sp>
        <p:sp>
          <p:nvSpPr>
            <p:cNvPr id="30" name="Freeform 30"/>
            <p:cNvSpPr>
              <a:spLocks/>
            </p:cNvSpPr>
            <p:nvPr>
              <p:custDataLst>
                <p:tags r:id="rId24"/>
              </p:custDataLst>
            </p:nvPr>
          </p:nvSpPr>
          <p:spPr bwMode="auto">
            <a:xfrm>
              <a:off x="2784" y="2327"/>
              <a:ext cx="29" cy="16"/>
            </a:xfrm>
            <a:custGeom>
              <a:avLst/>
              <a:gdLst/>
              <a:ahLst/>
              <a:cxnLst>
                <a:cxn ang="0">
                  <a:pos x="0" y="8"/>
                </a:cxn>
                <a:cxn ang="0">
                  <a:pos x="15" y="0"/>
                </a:cxn>
                <a:cxn ang="0">
                  <a:pos x="31" y="8"/>
                </a:cxn>
                <a:cxn ang="0">
                  <a:pos x="31" y="16"/>
                </a:cxn>
                <a:cxn ang="0">
                  <a:pos x="31" y="16"/>
                </a:cxn>
                <a:cxn ang="0">
                  <a:pos x="8" y="16"/>
                </a:cxn>
                <a:cxn ang="0">
                  <a:pos x="0" y="8"/>
                </a:cxn>
              </a:cxnLst>
              <a:rect l="0" t="0" r="r" b="b"/>
              <a:pathLst>
                <a:path w="31" h="16">
                  <a:moveTo>
                    <a:pt x="0" y="8"/>
                  </a:moveTo>
                  <a:lnTo>
                    <a:pt x="15" y="0"/>
                  </a:lnTo>
                  <a:lnTo>
                    <a:pt x="31" y="8"/>
                  </a:lnTo>
                  <a:lnTo>
                    <a:pt x="31" y="16"/>
                  </a:lnTo>
                  <a:lnTo>
                    <a:pt x="31" y="16"/>
                  </a:lnTo>
                  <a:lnTo>
                    <a:pt x="8" y="16"/>
                  </a:lnTo>
                  <a:lnTo>
                    <a:pt x="0" y="8"/>
                  </a:lnTo>
                  <a:close/>
                </a:path>
              </a:pathLst>
            </a:custGeom>
            <a:solidFill>
              <a:srgbClr val="FFFFFF"/>
            </a:solidFill>
            <a:ln w="9525">
              <a:noFill/>
              <a:round/>
              <a:headEnd/>
              <a:tailEnd/>
            </a:ln>
          </p:spPr>
          <p:txBody>
            <a:bodyPr/>
            <a:lstStyle/>
            <a:p>
              <a:endParaRPr lang="en-AU">
                <a:solidFill>
                  <a:prstClr val="black">
                    <a:lumMod val="75000"/>
                    <a:lumOff val="25000"/>
                  </a:prstClr>
                </a:solidFill>
              </a:endParaRPr>
            </a:p>
          </p:txBody>
        </p:sp>
        <p:sp>
          <p:nvSpPr>
            <p:cNvPr id="31" name="Freeform 31"/>
            <p:cNvSpPr>
              <a:spLocks/>
            </p:cNvSpPr>
            <p:nvPr>
              <p:custDataLst>
                <p:tags r:id="rId25"/>
              </p:custDataLst>
            </p:nvPr>
          </p:nvSpPr>
          <p:spPr bwMode="auto">
            <a:xfrm>
              <a:off x="2695" y="2426"/>
              <a:ext cx="37" cy="16"/>
            </a:xfrm>
            <a:custGeom>
              <a:avLst/>
              <a:gdLst/>
              <a:ahLst/>
              <a:cxnLst>
                <a:cxn ang="0">
                  <a:pos x="0" y="8"/>
                </a:cxn>
                <a:cxn ang="0">
                  <a:pos x="16" y="0"/>
                </a:cxn>
                <a:cxn ang="0">
                  <a:pos x="40" y="8"/>
                </a:cxn>
                <a:cxn ang="0">
                  <a:pos x="40" y="16"/>
                </a:cxn>
                <a:cxn ang="0">
                  <a:pos x="32" y="16"/>
                </a:cxn>
                <a:cxn ang="0">
                  <a:pos x="16" y="16"/>
                </a:cxn>
                <a:cxn ang="0">
                  <a:pos x="0" y="8"/>
                </a:cxn>
              </a:cxnLst>
              <a:rect l="0" t="0" r="r" b="b"/>
              <a:pathLst>
                <a:path w="40" h="16">
                  <a:moveTo>
                    <a:pt x="0" y="8"/>
                  </a:moveTo>
                  <a:lnTo>
                    <a:pt x="16" y="0"/>
                  </a:lnTo>
                  <a:lnTo>
                    <a:pt x="40" y="8"/>
                  </a:lnTo>
                  <a:lnTo>
                    <a:pt x="40" y="16"/>
                  </a:lnTo>
                  <a:lnTo>
                    <a:pt x="32" y="16"/>
                  </a:lnTo>
                  <a:lnTo>
                    <a:pt x="16" y="16"/>
                  </a:lnTo>
                  <a:lnTo>
                    <a:pt x="0" y="8"/>
                  </a:lnTo>
                  <a:close/>
                </a:path>
              </a:pathLst>
            </a:custGeom>
            <a:solidFill>
              <a:srgbClr val="FFFFFF"/>
            </a:solidFill>
            <a:ln w="9525">
              <a:noFill/>
              <a:round/>
              <a:headEnd/>
              <a:tailEnd/>
            </a:ln>
          </p:spPr>
          <p:txBody>
            <a:bodyPr/>
            <a:lstStyle/>
            <a:p>
              <a:endParaRPr lang="en-AU">
                <a:solidFill>
                  <a:prstClr val="black">
                    <a:lumMod val="75000"/>
                    <a:lumOff val="25000"/>
                  </a:prstClr>
                </a:solidFill>
              </a:endParaRPr>
            </a:p>
          </p:txBody>
        </p:sp>
        <p:sp>
          <p:nvSpPr>
            <p:cNvPr id="32" name="Freeform 32"/>
            <p:cNvSpPr>
              <a:spLocks/>
            </p:cNvSpPr>
            <p:nvPr>
              <p:custDataLst>
                <p:tags r:id="rId26"/>
              </p:custDataLst>
            </p:nvPr>
          </p:nvSpPr>
          <p:spPr bwMode="auto">
            <a:xfrm>
              <a:off x="2593" y="2121"/>
              <a:ext cx="51" cy="83"/>
            </a:xfrm>
            <a:custGeom>
              <a:avLst/>
              <a:gdLst/>
              <a:ahLst/>
              <a:cxnLst>
                <a:cxn ang="0">
                  <a:pos x="8" y="41"/>
                </a:cxn>
                <a:cxn ang="0">
                  <a:pos x="16" y="0"/>
                </a:cxn>
                <a:cxn ang="0">
                  <a:pos x="31" y="0"/>
                </a:cxn>
                <a:cxn ang="0">
                  <a:pos x="55" y="25"/>
                </a:cxn>
                <a:cxn ang="0">
                  <a:pos x="47" y="50"/>
                </a:cxn>
                <a:cxn ang="0">
                  <a:pos x="39" y="83"/>
                </a:cxn>
                <a:cxn ang="0">
                  <a:pos x="23" y="83"/>
                </a:cxn>
                <a:cxn ang="0">
                  <a:pos x="0" y="66"/>
                </a:cxn>
                <a:cxn ang="0">
                  <a:pos x="8" y="41"/>
                </a:cxn>
              </a:cxnLst>
              <a:rect l="0" t="0" r="r" b="b"/>
              <a:pathLst>
                <a:path w="55" h="83">
                  <a:moveTo>
                    <a:pt x="8" y="41"/>
                  </a:moveTo>
                  <a:lnTo>
                    <a:pt x="16" y="0"/>
                  </a:lnTo>
                  <a:lnTo>
                    <a:pt x="31" y="0"/>
                  </a:lnTo>
                  <a:lnTo>
                    <a:pt x="55" y="25"/>
                  </a:lnTo>
                  <a:lnTo>
                    <a:pt x="47" y="50"/>
                  </a:lnTo>
                  <a:lnTo>
                    <a:pt x="39" y="83"/>
                  </a:lnTo>
                  <a:lnTo>
                    <a:pt x="23" y="83"/>
                  </a:lnTo>
                  <a:lnTo>
                    <a:pt x="0" y="66"/>
                  </a:lnTo>
                  <a:lnTo>
                    <a:pt x="8" y="41"/>
                  </a:lnTo>
                  <a:close/>
                </a:path>
              </a:pathLst>
            </a:custGeom>
            <a:solidFill>
              <a:srgbClr val="FFFFFF"/>
            </a:solidFill>
            <a:ln w="9525">
              <a:noFill/>
              <a:round/>
              <a:headEnd/>
              <a:tailEnd/>
            </a:ln>
          </p:spPr>
          <p:txBody>
            <a:bodyPr/>
            <a:lstStyle/>
            <a:p>
              <a:endParaRPr lang="en-AU">
                <a:solidFill>
                  <a:prstClr val="black">
                    <a:lumMod val="75000"/>
                    <a:lumOff val="25000"/>
                  </a:prstClr>
                </a:solidFill>
              </a:endParaRPr>
            </a:p>
          </p:txBody>
        </p:sp>
        <p:sp>
          <p:nvSpPr>
            <p:cNvPr id="33" name="Freeform 33"/>
            <p:cNvSpPr>
              <a:spLocks/>
            </p:cNvSpPr>
            <p:nvPr>
              <p:custDataLst>
                <p:tags r:id="rId27"/>
              </p:custDataLst>
            </p:nvPr>
          </p:nvSpPr>
          <p:spPr bwMode="auto">
            <a:xfrm>
              <a:off x="2438" y="2401"/>
              <a:ext cx="37" cy="99"/>
            </a:xfrm>
            <a:custGeom>
              <a:avLst/>
              <a:gdLst/>
              <a:ahLst/>
              <a:cxnLst>
                <a:cxn ang="0">
                  <a:pos x="0" y="99"/>
                </a:cxn>
                <a:cxn ang="0">
                  <a:pos x="40" y="49"/>
                </a:cxn>
                <a:cxn ang="0">
                  <a:pos x="0" y="0"/>
                </a:cxn>
              </a:cxnLst>
              <a:rect l="0" t="0" r="r" b="b"/>
              <a:pathLst>
                <a:path w="40" h="99">
                  <a:moveTo>
                    <a:pt x="0" y="99"/>
                  </a:moveTo>
                  <a:lnTo>
                    <a:pt x="40" y="49"/>
                  </a:lnTo>
                  <a:lnTo>
                    <a:pt x="0" y="0"/>
                  </a:lnTo>
                </a:path>
              </a:pathLst>
            </a:custGeom>
            <a:noFill/>
            <a:ln w="0">
              <a:solidFill>
                <a:srgbClr val="000000"/>
              </a:solidFill>
              <a:prstDash val="solid"/>
              <a:round/>
              <a:headEnd/>
              <a:tailEnd/>
            </a:ln>
          </p:spPr>
          <p:txBody>
            <a:bodyPr/>
            <a:lstStyle/>
            <a:p>
              <a:endParaRPr lang="en-AU">
                <a:solidFill>
                  <a:prstClr val="black">
                    <a:lumMod val="75000"/>
                    <a:lumOff val="25000"/>
                  </a:prstClr>
                </a:solidFill>
              </a:endParaRPr>
            </a:p>
          </p:txBody>
        </p:sp>
      </p:grpSp>
      <p:grpSp>
        <p:nvGrpSpPr>
          <p:cNvPr id="34" name="Group 35"/>
          <p:cNvGrpSpPr>
            <a:grpSpLocks/>
          </p:cNvGrpSpPr>
          <p:nvPr/>
        </p:nvGrpSpPr>
        <p:grpSpPr bwMode="auto">
          <a:xfrm>
            <a:off x="1377904" y="1796568"/>
            <a:ext cx="543074" cy="570621"/>
            <a:chOff x="3129" y="1085"/>
            <a:chExt cx="559" cy="625"/>
          </a:xfrm>
        </p:grpSpPr>
        <p:sp>
          <p:nvSpPr>
            <p:cNvPr id="35" name="Freeform 36"/>
            <p:cNvSpPr>
              <a:spLocks/>
            </p:cNvSpPr>
            <p:nvPr>
              <p:custDataLst>
                <p:tags r:id="rId6"/>
              </p:custDataLst>
            </p:nvPr>
          </p:nvSpPr>
          <p:spPr bwMode="auto">
            <a:xfrm>
              <a:off x="3129" y="1085"/>
              <a:ext cx="559" cy="625"/>
            </a:xfrm>
            <a:custGeom>
              <a:avLst/>
              <a:gdLst/>
              <a:ahLst/>
              <a:cxnLst>
                <a:cxn ang="0">
                  <a:pos x="32" y="0"/>
                </a:cxn>
                <a:cxn ang="0">
                  <a:pos x="469" y="8"/>
                </a:cxn>
                <a:cxn ang="0">
                  <a:pos x="493" y="17"/>
                </a:cxn>
                <a:cxn ang="0">
                  <a:pos x="573" y="91"/>
                </a:cxn>
                <a:cxn ang="0">
                  <a:pos x="581" y="378"/>
                </a:cxn>
                <a:cxn ang="0">
                  <a:pos x="597" y="378"/>
                </a:cxn>
                <a:cxn ang="0">
                  <a:pos x="605" y="551"/>
                </a:cxn>
                <a:cxn ang="0">
                  <a:pos x="517" y="625"/>
                </a:cxn>
                <a:cxn ang="0">
                  <a:pos x="8" y="600"/>
                </a:cxn>
                <a:cxn ang="0">
                  <a:pos x="0" y="420"/>
                </a:cxn>
                <a:cxn ang="0">
                  <a:pos x="24" y="420"/>
                </a:cxn>
                <a:cxn ang="0">
                  <a:pos x="32" y="0"/>
                </a:cxn>
              </a:cxnLst>
              <a:rect l="0" t="0" r="r" b="b"/>
              <a:pathLst>
                <a:path w="605" h="625">
                  <a:moveTo>
                    <a:pt x="32" y="0"/>
                  </a:moveTo>
                  <a:lnTo>
                    <a:pt x="469" y="8"/>
                  </a:lnTo>
                  <a:lnTo>
                    <a:pt x="493" y="17"/>
                  </a:lnTo>
                  <a:lnTo>
                    <a:pt x="573" y="91"/>
                  </a:lnTo>
                  <a:lnTo>
                    <a:pt x="581" y="378"/>
                  </a:lnTo>
                  <a:lnTo>
                    <a:pt x="597" y="378"/>
                  </a:lnTo>
                  <a:lnTo>
                    <a:pt x="605" y="551"/>
                  </a:lnTo>
                  <a:lnTo>
                    <a:pt x="517" y="625"/>
                  </a:lnTo>
                  <a:lnTo>
                    <a:pt x="8" y="600"/>
                  </a:lnTo>
                  <a:lnTo>
                    <a:pt x="0" y="420"/>
                  </a:lnTo>
                  <a:lnTo>
                    <a:pt x="24" y="420"/>
                  </a:lnTo>
                  <a:lnTo>
                    <a:pt x="32" y="0"/>
                  </a:lnTo>
                  <a:close/>
                </a:path>
              </a:pathLst>
            </a:custGeom>
            <a:solidFill>
              <a:srgbClr val="FFFFFF"/>
            </a:solidFill>
            <a:ln w="9525">
              <a:noFill/>
              <a:round/>
              <a:headEnd/>
              <a:tailEnd/>
            </a:ln>
          </p:spPr>
          <p:txBody>
            <a:bodyPr/>
            <a:lstStyle/>
            <a:p>
              <a:endParaRPr lang="en-AU">
                <a:solidFill>
                  <a:prstClr val="black">
                    <a:lumMod val="75000"/>
                    <a:lumOff val="25000"/>
                  </a:prstClr>
                </a:solidFill>
              </a:endParaRPr>
            </a:p>
          </p:txBody>
        </p:sp>
        <p:sp>
          <p:nvSpPr>
            <p:cNvPr id="36" name="Freeform 37"/>
            <p:cNvSpPr>
              <a:spLocks/>
            </p:cNvSpPr>
            <p:nvPr>
              <p:custDataLst>
                <p:tags r:id="rId7"/>
              </p:custDataLst>
            </p:nvPr>
          </p:nvSpPr>
          <p:spPr bwMode="auto">
            <a:xfrm>
              <a:off x="3165" y="1102"/>
              <a:ext cx="397" cy="411"/>
            </a:xfrm>
            <a:custGeom>
              <a:avLst/>
              <a:gdLst/>
              <a:ahLst/>
              <a:cxnLst>
                <a:cxn ang="0">
                  <a:pos x="0" y="394"/>
                </a:cxn>
                <a:cxn ang="0">
                  <a:pos x="422" y="411"/>
                </a:cxn>
                <a:cxn ang="0">
                  <a:pos x="430" y="0"/>
                </a:cxn>
                <a:cxn ang="0">
                  <a:pos x="8" y="0"/>
                </a:cxn>
                <a:cxn ang="0">
                  <a:pos x="0" y="394"/>
                </a:cxn>
              </a:cxnLst>
              <a:rect l="0" t="0" r="r" b="b"/>
              <a:pathLst>
                <a:path w="430" h="411">
                  <a:moveTo>
                    <a:pt x="0" y="394"/>
                  </a:moveTo>
                  <a:lnTo>
                    <a:pt x="422" y="411"/>
                  </a:lnTo>
                  <a:lnTo>
                    <a:pt x="430" y="0"/>
                  </a:lnTo>
                  <a:lnTo>
                    <a:pt x="8" y="0"/>
                  </a:lnTo>
                  <a:lnTo>
                    <a:pt x="0" y="394"/>
                  </a:lnTo>
                  <a:close/>
                </a:path>
              </a:pathLst>
            </a:custGeom>
            <a:solidFill>
              <a:srgbClr val="000000"/>
            </a:solidFill>
            <a:ln w="9525">
              <a:noFill/>
              <a:round/>
              <a:headEnd/>
              <a:tailEnd/>
            </a:ln>
          </p:spPr>
          <p:txBody>
            <a:bodyPr/>
            <a:lstStyle/>
            <a:p>
              <a:endParaRPr lang="en-AU">
                <a:solidFill>
                  <a:prstClr val="black">
                    <a:lumMod val="75000"/>
                    <a:lumOff val="25000"/>
                  </a:prstClr>
                </a:solidFill>
              </a:endParaRPr>
            </a:p>
          </p:txBody>
        </p:sp>
        <p:sp>
          <p:nvSpPr>
            <p:cNvPr id="37" name="Freeform 38"/>
            <p:cNvSpPr>
              <a:spLocks/>
            </p:cNvSpPr>
            <p:nvPr>
              <p:custDataLst>
                <p:tags r:id="rId8"/>
              </p:custDataLst>
            </p:nvPr>
          </p:nvSpPr>
          <p:spPr bwMode="auto">
            <a:xfrm>
              <a:off x="3144" y="1521"/>
              <a:ext cx="455" cy="173"/>
            </a:xfrm>
            <a:custGeom>
              <a:avLst/>
              <a:gdLst/>
              <a:ahLst/>
              <a:cxnLst>
                <a:cxn ang="0">
                  <a:pos x="0" y="0"/>
                </a:cxn>
                <a:cxn ang="0">
                  <a:pos x="493" y="0"/>
                </a:cxn>
                <a:cxn ang="0">
                  <a:pos x="493" y="173"/>
                </a:cxn>
                <a:cxn ang="0">
                  <a:pos x="0" y="156"/>
                </a:cxn>
                <a:cxn ang="0">
                  <a:pos x="0" y="0"/>
                </a:cxn>
              </a:cxnLst>
              <a:rect l="0" t="0" r="r" b="b"/>
              <a:pathLst>
                <a:path w="493" h="173">
                  <a:moveTo>
                    <a:pt x="0" y="0"/>
                  </a:moveTo>
                  <a:lnTo>
                    <a:pt x="493" y="0"/>
                  </a:lnTo>
                  <a:lnTo>
                    <a:pt x="493" y="173"/>
                  </a:lnTo>
                  <a:lnTo>
                    <a:pt x="0" y="156"/>
                  </a:lnTo>
                  <a:lnTo>
                    <a:pt x="0" y="0"/>
                  </a:lnTo>
                  <a:close/>
                </a:path>
              </a:pathLst>
            </a:custGeom>
            <a:solidFill>
              <a:srgbClr val="000000"/>
            </a:solidFill>
            <a:ln w="9525">
              <a:noFill/>
              <a:round/>
              <a:headEnd/>
              <a:tailEnd/>
            </a:ln>
          </p:spPr>
          <p:txBody>
            <a:bodyPr/>
            <a:lstStyle/>
            <a:p>
              <a:endParaRPr lang="en-AU">
                <a:solidFill>
                  <a:prstClr val="black">
                    <a:lumMod val="75000"/>
                    <a:lumOff val="25000"/>
                  </a:prstClr>
                </a:solidFill>
              </a:endParaRPr>
            </a:p>
          </p:txBody>
        </p:sp>
        <p:sp>
          <p:nvSpPr>
            <p:cNvPr id="38" name="Freeform 39"/>
            <p:cNvSpPr>
              <a:spLocks/>
            </p:cNvSpPr>
            <p:nvPr>
              <p:custDataLst>
                <p:tags r:id="rId9"/>
              </p:custDataLst>
            </p:nvPr>
          </p:nvSpPr>
          <p:spPr bwMode="auto">
            <a:xfrm>
              <a:off x="3570" y="1118"/>
              <a:ext cx="81" cy="387"/>
            </a:xfrm>
            <a:custGeom>
              <a:avLst/>
              <a:gdLst/>
              <a:ahLst/>
              <a:cxnLst>
                <a:cxn ang="0">
                  <a:pos x="8" y="0"/>
                </a:cxn>
                <a:cxn ang="0">
                  <a:pos x="80" y="66"/>
                </a:cxn>
                <a:cxn ang="0">
                  <a:pos x="88" y="313"/>
                </a:cxn>
                <a:cxn ang="0">
                  <a:pos x="0" y="387"/>
                </a:cxn>
                <a:cxn ang="0">
                  <a:pos x="8" y="0"/>
                </a:cxn>
              </a:cxnLst>
              <a:rect l="0" t="0" r="r" b="b"/>
              <a:pathLst>
                <a:path w="88" h="387">
                  <a:moveTo>
                    <a:pt x="8" y="0"/>
                  </a:moveTo>
                  <a:lnTo>
                    <a:pt x="80" y="66"/>
                  </a:lnTo>
                  <a:lnTo>
                    <a:pt x="88" y="313"/>
                  </a:lnTo>
                  <a:lnTo>
                    <a:pt x="0" y="387"/>
                  </a:lnTo>
                  <a:lnTo>
                    <a:pt x="8" y="0"/>
                  </a:lnTo>
                  <a:close/>
                </a:path>
              </a:pathLst>
            </a:custGeom>
            <a:solidFill>
              <a:srgbClr val="7A9999"/>
            </a:solidFill>
            <a:ln w="9525">
              <a:noFill/>
              <a:round/>
              <a:headEnd/>
              <a:tailEnd/>
            </a:ln>
          </p:spPr>
          <p:txBody>
            <a:bodyPr/>
            <a:lstStyle/>
            <a:p>
              <a:endParaRPr lang="en-AU">
                <a:solidFill>
                  <a:prstClr val="black">
                    <a:lumMod val="75000"/>
                    <a:lumOff val="25000"/>
                  </a:prstClr>
                </a:solidFill>
              </a:endParaRPr>
            </a:p>
          </p:txBody>
        </p:sp>
        <p:sp>
          <p:nvSpPr>
            <p:cNvPr id="39" name="Freeform 40"/>
            <p:cNvSpPr>
              <a:spLocks/>
            </p:cNvSpPr>
            <p:nvPr>
              <p:custDataLst>
                <p:tags r:id="rId10"/>
              </p:custDataLst>
            </p:nvPr>
          </p:nvSpPr>
          <p:spPr bwMode="auto">
            <a:xfrm>
              <a:off x="3614" y="1488"/>
              <a:ext cx="66" cy="189"/>
            </a:xfrm>
            <a:custGeom>
              <a:avLst/>
              <a:gdLst/>
              <a:ahLst/>
              <a:cxnLst>
                <a:cxn ang="0">
                  <a:pos x="0" y="41"/>
                </a:cxn>
                <a:cxn ang="0">
                  <a:pos x="56" y="0"/>
                </a:cxn>
                <a:cxn ang="0">
                  <a:pos x="72" y="140"/>
                </a:cxn>
                <a:cxn ang="0">
                  <a:pos x="8" y="189"/>
                </a:cxn>
                <a:cxn ang="0">
                  <a:pos x="0" y="41"/>
                </a:cxn>
              </a:cxnLst>
              <a:rect l="0" t="0" r="r" b="b"/>
              <a:pathLst>
                <a:path w="72" h="189">
                  <a:moveTo>
                    <a:pt x="0" y="41"/>
                  </a:moveTo>
                  <a:lnTo>
                    <a:pt x="56" y="0"/>
                  </a:lnTo>
                  <a:lnTo>
                    <a:pt x="72" y="140"/>
                  </a:lnTo>
                  <a:lnTo>
                    <a:pt x="8" y="189"/>
                  </a:lnTo>
                  <a:lnTo>
                    <a:pt x="0" y="41"/>
                  </a:lnTo>
                  <a:close/>
                </a:path>
              </a:pathLst>
            </a:custGeom>
            <a:solidFill>
              <a:srgbClr val="7A9999"/>
            </a:solidFill>
            <a:ln w="9525">
              <a:noFill/>
              <a:round/>
              <a:headEnd/>
              <a:tailEnd/>
            </a:ln>
          </p:spPr>
          <p:txBody>
            <a:bodyPr/>
            <a:lstStyle/>
            <a:p>
              <a:endParaRPr lang="en-AU">
                <a:solidFill>
                  <a:prstClr val="black">
                    <a:lumMod val="75000"/>
                    <a:lumOff val="25000"/>
                  </a:prstClr>
                </a:solidFill>
              </a:endParaRPr>
            </a:p>
          </p:txBody>
        </p:sp>
        <p:sp>
          <p:nvSpPr>
            <p:cNvPr id="40" name="Freeform 41"/>
            <p:cNvSpPr>
              <a:spLocks/>
            </p:cNvSpPr>
            <p:nvPr>
              <p:custDataLst>
                <p:tags r:id="rId11"/>
              </p:custDataLst>
            </p:nvPr>
          </p:nvSpPr>
          <p:spPr bwMode="auto">
            <a:xfrm>
              <a:off x="3202" y="1143"/>
              <a:ext cx="323" cy="320"/>
            </a:xfrm>
            <a:custGeom>
              <a:avLst/>
              <a:gdLst/>
              <a:ahLst/>
              <a:cxnLst>
                <a:cxn ang="0">
                  <a:pos x="0" y="312"/>
                </a:cxn>
                <a:cxn ang="0">
                  <a:pos x="343" y="320"/>
                </a:cxn>
                <a:cxn ang="0">
                  <a:pos x="350" y="0"/>
                </a:cxn>
                <a:cxn ang="0">
                  <a:pos x="8" y="0"/>
                </a:cxn>
                <a:cxn ang="0">
                  <a:pos x="0" y="312"/>
                </a:cxn>
              </a:cxnLst>
              <a:rect l="0" t="0" r="r" b="b"/>
              <a:pathLst>
                <a:path w="350" h="320">
                  <a:moveTo>
                    <a:pt x="0" y="312"/>
                  </a:moveTo>
                  <a:lnTo>
                    <a:pt x="343" y="320"/>
                  </a:lnTo>
                  <a:lnTo>
                    <a:pt x="350" y="0"/>
                  </a:lnTo>
                  <a:lnTo>
                    <a:pt x="8" y="0"/>
                  </a:lnTo>
                  <a:lnTo>
                    <a:pt x="0" y="312"/>
                  </a:lnTo>
                  <a:close/>
                </a:path>
              </a:pathLst>
            </a:custGeom>
            <a:solidFill>
              <a:srgbClr val="00FFFF"/>
            </a:solidFill>
            <a:ln w="9525">
              <a:noFill/>
              <a:round/>
              <a:headEnd/>
              <a:tailEnd/>
            </a:ln>
          </p:spPr>
          <p:txBody>
            <a:bodyPr/>
            <a:lstStyle/>
            <a:p>
              <a:endParaRPr lang="en-AU">
                <a:solidFill>
                  <a:prstClr val="black">
                    <a:lumMod val="75000"/>
                    <a:lumOff val="25000"/>
                  </a:prstClr>
                </a:solidFill>
              </a:endParaRPr>
            </a:p>
          </p:txBody>
        </p:sp>
        <p:sp>
          <p:nvSpPr>
            <p:cNvPr id="41" name="Freeform 42"/>
            <p:cNvSpPr>
              <a:spLocks/>
            </p:cNvSpPr>
            <p:nvPr>
              <p:custDataLst>
                <p:tags r:id="rId12"/>
              </p:custDataLst>
            </p:nvPr>
          </p:nvSpPr>
          <p:spPr bwMode="auto">
            <a:xfrm>
              <a:off x="3180" y="1562"/>
              <a:ext cx="390" cy="91"/>
            </a:xfrm>
            <a:custGeom>
              <a:avLst/>
              <a:gdLst/>
              <a:ahLst/>
              <a:cxnLst>
                <a:cxn ang="0">
                  <a:pos x="0" y="74"/>
                </a:cxn>
                <a:cxn ang="0">
                  <a:pos x="422" y="91"/>
                </a:cxn>
                <a:cxn ang="0">
                  <a:pos x="422" y="0"/>
                </a:cxn>
                <a:cxn ang="0">
                  <a:pos x="0" y="0"/>
                </a:cxn>
                <a:cxn ang="0">
                  <a:pos x="0" y="74"/>
                </a:cxn>
              </a:cxnLst>
              <a:rect l="0" t="0" r="r" b="b"/>
              <a:pathLst>
                <a:path w="422" h="91">
                  <a:moveTo>
                    <a:pt x="0" y="74"/>
                  </a:moveTo>
                  <a:lnTo>
                    <a:pt x="422" y="91"/>
                  </a:lnTo>
                  <a:lnTo>
                    <a:pt x="422" y="0"/>
                  </a:lnTo>
                  <a:lnTo>
                    <a:pt x="0" y="0"/>
                  </a:lnTo>
                  <a:lnTo>
                    <a:pt x="0" y="74"/>
                  </a:lnTo>
                  <a:close/>
                </a:path>
              </a:pathLst>
            </a:custGeom>
            <a:solidFill>
              <a:srgbClr val="00FFFF"/>
            </a:solidFill>
            <a:ln w="9525">
              <a:noFill/>
              <a:round/>
              <a:headEnd/>
              <a:tailEnd/>
            </a:ln>
          </p:spPr>
          <p:txBody>
            <a:bodyPr/>
            <a:lstStyle/>
            <a:p>
              <a:endParaRPr lang="en-AU">
                <a:solidFill>
                  <a:prstClr val="black">
                    <a:lumMod val="75000"/>
                    <a:lumOff val="25000"/>
                  </a:prstClr>
                </a:solidFill>
              </a:endParaRPr>
            </a:p>
          </p:txBody>
        </p:sp>
        <p:sp>
          <p:nvSpPr>
            <p:cNvPr id="42" name="Freeform 43"/>
            <p:cNvSpPr>
              <a:spLocks/>
            </p:cNvSpPr>
            <p:nvPr>
              <p:custDataLst>
                <p:tags r:id="rId13"/>
              </p:custDataLst>
            </p:nvPr>
          </p:nvSpPr>
          <p:spPr bwMode="auto">
            <a:xfrm>
              <a:off x="3438" y="1579"/>
              <a:ext cx="102" cy="49"/>
            </a:xfrm>
            <a:custGeom>
              <a:avLst/>
              <a:gdLst/>
              <a:ahLst/>
              <a:cxnLst>
                <a:cxn ang="0">
                  <a:pos x="0" y="41"/>
                </a:cxn>
                <a:cxn ang="0">
                  <a:pos x="0" y="0"/>
                </a:cxn>
                <a:cxn ang="0">
                  <a:pos x="111" y="8"/>
                </a:cxn>
                <a:cxn ang="0">
                  <a:pos x="111" y="49"/>
                </a:cxn>
                <a:cxn ang="0">
                  <a:pos x="0" y="41"/>
                </a:cxn>
              </a:cxnLst>
              <a:rect l="0" t="0" r="r" b="b"/>
              <a:pathLst>
                <a:path w="111" h="49">
                  <a:moveTo>
                    <a:pt x="0" y="41"/>
                  </a:moveTo>
                  <a:lnTo>
                    <a:pt x="0" y="0"/>
                  </a:lnTo>
                  <a:lnTo>
                    <a:pt x="111" y="8"/>
                  </a:lnTo>
                  <a:lnTo>
                    <a:pt x="111" y="49"/>
                  </a:lnTo>
                  <a:lnTo>
                    <a:pt x="0" y="41"/>
                  </a:lnTo>
                  <a:close/>
                </a:path>
              </a:pathLst>
            </a:custGeom>
            <a:solidFill>
              <a:srgbClr val="000000"/>
            </a:solidFill>
            <a:ln w="9525">
              <a:noFill/>
              <a:round/>
              <a:headEnd/>
              <a:tailEnd/>
            </a:ln>
          </p:spPr>
          <p:txBody>
            <a:bodyPr/>
            <a:lstStyle/>
            <a:p>
              <a:endParaRPr lang="en-AU">
                <a:solidFill>
                  <a:prstClr val="black">
                    <a:lumMod val="75000"/>
                    <a:lumOff val="25000"/>
                  </a:prstClr>
                </a:solidFill>
              </a:endParaRPr>
            </a:p>
          </p:txBody>
        </p:sp>
        <p:sp>
          <p:nvSpPr>
            <p:cNvPr id="43" name="Freeform 44"/>
            <p:cNvSpPr>
              <a:spLocks/>
            </p:cNvSpPr>
            <p:nvPr>
              <p:custDataLst>
                <p:tags r:id="rId14"/>
              </p:custDataLst>
            </p:nvPr>
          </p:nvSpPr>
          <p:spPr bwMode="auto">
            <a:xfrm>
              <a:off x="3210" y="1570"/>
              <a:ext cx="37" cy="41"/>
            </a:xfrm>
            <a:custGeom>
              <a:avLst/>
              <a:gdLst/>
              <a:ahLst/>
              <a:cxnLst>
                <a:cxn ang="0">
                  <a:pos x="40" y="41"/>
                </a:cxn>
                <a:cxn ang="0">
                  <a:pos x="40" y="9"/>
                </a:cxn>
                <a:cxn ang="0">
                  <a:pos x="0" y="0"/>
                </a:cxn>
                <a:cxn ang="0">
                  <a:pos x="0" y="41"/>
                </a:cxn>
                <a:cxn ang="0">
                  <a:pos x="40" y="41"/>
                </a:cxn>
              </a:cxnLst>
              <a:rect l="0" t="0" r="r" b="b"/>
              <a:pathLst>
                <a:path w="40" h="41">
                  <a:moveTo>
                    <a:pt x="40" y="41"/>
                  </a:moveTo>
                  <a:lnTo>
                    <a:pt x="40" y="9"/>
                  </a:lnTo>
                  <a:lnTo>
                    <a:pt x="0" y="0"/>
                  </a:lnTo>
                  <a:lnTo>
                    <a:pt x="0" y="41"/>
                  </a:lnTo>
                  <a:lnTo>
                    <a:pt x="40" y="41"/>
                  </a:lnTo>
                  <a:close/>
                </a:path>
              </a:pathLst>
            </a:custGeom>
            <a:solidFill>
              <a:srgbClr val="000000"/>
            </a:solidFill>
            <a:ln w="9525">
              <a:noFill/>
              <a:round/>
              <a:headEnd/>
              <a:tailEnd/>
            </a:ln>
          </p:spPr>
          <p:txBody>
            <a:bodyPr/>
            <a:lstStyle/>
            <a:p>
              <a:endParaRPr lang="en-AU">
                <a:solidFill>
                  <a:prstClr val="black">
                    <a:lumMod val="75000"/>
                    <a:lumOff val="25000"/>
                  </a:prstClr>
                </a:solidFill>
              </a:endParaRPr>
            </a:p>
          </p:txBody>
        </p:sp>
        <p:sp>
          <p:nvSpPr>
            <p:cNvPr id="44" name="Freeform 45"/>
            <p:cNvSpPr>
              <a:spLocks/>
            </p:cNvSpPr>
            <p:nvPr>
              <p:custDataLst>
                <p:tags r:id="rId15"/>
              </p:custDataLst>
            </p:nvPr>
          </p:nvSpPr>
          <p:spPr bwMode="auto">
            <a:xfrm>
              <a:off x="3445" y="1414"/>
              <a:ext cx="44" cy="41"/>
            </a:xfrm>
            <a:custGeom>
              <a:avLst/>
              <a:gdLst/>
              <a:ahLst/>
              <a:cxnLst>
                <a:cxn ang="0">
                  <a:pos x="40" y="41"/>
                </a:cxn>
                <a:cxn ang="0">
                  <a:pos x="48" y="0"/>
                </a:cxn>
                <a:cxn ang="0">
                  <a:pos x="8" y="0"/>
                </a:cxn>
                <a:cxn ang="0">
                  <a:pos x="0" y="41"/>
                </a:cxn>
                <a:cxn ang="0">
                  <a:pos x="40" y="41"/>
                </a:cxn>
              </a:cxnLst>
              <a:rect l="0" t="0" r="r" b="b"/>
              <a:pathLst>
                <a:path w="48" h="41">
                  <a:moveTo>
                    <a:pt x="40" y="41"/>
                  </a:moveTo>
                  <a:lnTo>
                    <a:pt x="48" y="0"/>
                  </a:lnTo>
                  <a:lnTo>
                    <a:pt x="8" y="0"/>
                  </a:lnTo>
                  <a:lnTo>
                    <a:pt x="0" y="41"/>
                  </a:lnTo>
                  <a:lnTo>
                    <a:pt x="40" y="41"/>
                  </a:lnTo>
                  <a:close/>
                </a:path>
              </a:pathLst>
            </a:custGeom>
            <a:solidFill>
              <a:srgbClr val="000000"/>
            </a:solidFill>
            <a:ln w="9525">
              <a:noFill/>
              <a:round/>
              <a:headEnd/>
              <a:tailEnd/>
            </a:ln>
          </p:spPr>
          <p:txBody>
            <a:bodyPr/>
            <a:lstStyle/>
            <a:p>
              <a:endParaRPr lang="en-AU">
                <a:solidFill>
                  <a:prstClr val="black">
                    <a:lumMod val="75000"/>
                    <a:lumOff val="25000"/>
                  </a:prstClr>
                </a:solidFill>
              </a:endParaRPr>
            </a:p>
          </p:txBody>
        </p:sp>
        <p:sp>
          <p:nvSpPr>
            <p:cNvPr id="45" name="Freeform 46"/>
            <p:cNvSpPr>
              <a:spLocks/>
            </p:cNvSpPr>
            <p:nvPr>
              <p:custDataLst>
                <p:tags r:id="rId16"/>
              </p:custDataLst>
            </p:nvPr>
          </p:nvSpPr>
          <p:spPr bwMode="auto">
            <a:xfrm>
              <a:off x="3224" y="1159"/>
              <a:ext cx="280" cy="239"/>
            </a:xfrm>
            <a:custGeom>
              <a:avLst/>
              <a:gdLst/>
              <a:ahLst/>
              <a:cxnLst>
                <a:cxn ang="0">
                  <a:pos x="0" y="239"/>
                </a:cxn>
                <a:cxn ang="0">
                  <a:pos x="303" y="230"/>
                </a:cxn>
                <a:cxn ang="0">
                  <a:pos x="303" y="0"/>
                </a:cxn>
                <a:cxn ang="0">
                  <a:pos x="8" y="0"/>
                </a:cxn>
                <a:cxn ang="0">
                  <a:pos x="0" y="239"/>
                </a:cxn>
              </a:cxnLst>
              <a:rect l="0" t="0" r="r" b="b"/>
              <a:pathLst>
                <a:path w="303" h="239">
                  <a:moveTo>
                    <a:pt x="0" y="239"/>
                  </a:moveTo>
                  <a:lnTo>
                    <a:pt x="303" y="230"/>
                  </a:lnTo>
                  <a:lnTo>
                    <a:pt x="303" y="0"/>
                  </a:lnTo>
                  <a:lnTo>
                    <a:pt x="8" y="0"/>
                  </a:lnTo>
                  <a:lnTo>
                    <a:pt x="0" y="239"/>
                  </a:lnTo>
                  <a:close/>
                </a:path>
              </a:pathLst>
            </a:custGeom>
            <a:solidFill>
              <a:srgbClr val="000000"/>
            </a:solidFill>
            <a:ln w="9525">
              <a:noFill/>
              <a:round/>
              <a:headEnd/>
              <a:tailEnd/>
            </a:ln>
          </p:spPr>
          <p:txBody>
            <a:bodyPr/>
            <a:lstStyle/>
            <a:p>
              <a:endParaRPr lang="en-AU">
                <a:solidFill>
                  <a:prstClr val="black">
                    <a:lumMod val="75000"/>
                    <a:lumOff val="25000"/>
                  </a:prstClr>
                </a:solidFill>
              </a:endParaRPr>
            </a:p>
          </p:txBody>
        </p:sp>
        <p:sp>
          <p:nvSpPr>
            <p:cNvPr id="46" name="Rectangle 47"/>
            <p:cNvSpPr>
              <a:spLocks noChangeArrowheads="1"/>
            </p:cNvSpPr>
            <p:nvPr>
              <p:custDataLst>
                <p:tags r:id="rId17"/>
              </p:custDataLst>
            </p:nvPr>
          </p:nvSpPr>
          <p:spPr bwMode="auto">
            <a:xfrm>
              <a:off x="3269" y="1200"/>
              <a:ext cx="198" cy="157"/>
            </a:xfrm>
            <a:prstGeom prst="rect">
              <a:avLst/>
            </a:prstGeom>
            <a:solidFill>
              <a:srgbClr val="BFFFFF"/>
            </a:solidFill>
            <a:ln w="9525">
              <a:noFill/>
              <a:miter lim="800000"/>
              <a:headEnd/>
              <a:tailEnd/>
            </a:ln>
          </p:spPr>
          <p:txBody>
            <a:bodyPr/>
            <a:lstStyle/>
            <a:p>
              <a:endParaRPr lang="en-AU">
                <a:solidFill>
                  <a:prstClr val="black">
                    <a:lumMod val="75000"/>
                    <a:lumOff val="25000"/>
                  </a:prstClr>
                </a:solidFill>
              </a:endParaRPr>
            </a:p>
          </p:txBody>
        </p:sp>
      </p:grpSp>
      <p:grpSp>
        <p:nvGrpSpPr>
          <p:cNvPr id="47" name="Group 48"/>
          <p:cNvGrpSpPr>
            <a:grpSpLocks/>
          </p:cNvGrpSpPr>
          <p:nvPr/>
        </p:nvGrpSpPr>
        <p:grpSpPr bwMode="auto">
          <a:xfrm>
            <a:off x="848001" y="3171578"/>
            <a:ext cx="547401" cy="557568"/>
            <a:chOff x="1836" y="3223"/>
            <a:chExt cx="514" cy="559"/>
          </a:xfrm>
        </p:grpSpPr>
        <p:sp>
          <p:nvSpPr>
            <p:cNvPr id="48" name="Freeform 49"/>
            <p:cNvSpPr>
              <a:spLocks/>
            </p:cNvSpPr>
            <p:nvPr>
              <p:custDataLst>
                <p:tags r:id="rId1"/>
              </p:custDataLst>
            </p:nvPr>
          </p:nvSpPr>
          <p:spPr bwMode="auto">
            <a:xfrm>
              <a:off x="1866" y="3429"/>
              <a:ext cx="484" cy="353"/>
            </a:xfrm>
            <a:custGeom>
              <a:avLst/>
              <a:gdLst/>
              <a:ahLst/>
              <a:cxnLst>
                <a:cxn ang="0">
                  <a:pos x="501" y="0"/>
                </a:cxn>
                <a:cxn ang="0">
                  <a:pos x="525" y="0"/>
                </a:cxn>
                <a:cxn ang="0">
                  <a:pos x="517" y="353"/>
                </a:cxn>
                <a:cxn ang="0">
                  <a:pos x="0" y="329"/>
                </a:cxn>
                <a:cxn ang="0">
                  <a:pos x="0" y="288"/>
                </a:cxn>
                <a:cxn ang="0">
                  <a:pos x="501" y="320"/>
                </a:cxn>
                <a:cxn ang="0">
                  <a:pos x="501" y="0"/>
                </a:cxn>
              </a:cxnLst>
              <a:rect l="0" t="0" r="r" b="b"/>
              <a:pathLst>
                <a:path w="525" h="353">
                  <a:moveTo>
                    <a:pt x="501" y="0"/>
                  </a:moveTo>
                  <a:lnTo>
                    <a:pt x="525" y="0"/>
                  </a:lnTo>
                  <a:lnTo>
                    <a:pt x="517" y="353"/>
                  </a:lnTo>
                  <a:lnTo>
                    <a:pt x="0" y="329"/>
                  </a:lnTo>
                  <a:lnTo>
                    <a:pt x="0" y="288"/>
                  </a:lnTo>
                  <a:lnTo>
                    <a:pt x="501" y="320"/>
                  </a:lnTo>
                  <a:lnTo>
                    <a:pt x="501" y="0"/>
                  </a:lnTo>
                  <a:close/>
                </a:path>
              </a:pathLst>
            </a:custGeom>
            <a:solidFill>
              <a:srgbClr val="999999"/>
            </a:solidFill>
            <a:ln w="9525">
              <a:noFill/>
              <a:round/>
              <a:headEnd/>
              <a:tailEnd/>
            </a:ln>
          </p:spPr>
          <p:txBody>
            <a:bodyPr/>
            <a:lstStyle/>
            <a:p>
              <a:endParaRPr lang="en-AU">
                <a:solidFill>
                  <a:prstClr val="black">
                    <a:lumMod val="75000"/>
                    <a:lumOff val="25000"/>
                  </a:prstClr>
                </a:solidFill>
              </a:endParaRPr>
            </a:p>
          </p:txBody>
        </p:sp>
        <p:sp>
          <p:nvSpPr>
            <p:cNvPr id="49" name="Freeform 50"/>
            <p:cNvSpPr>
              <a:spLocks/>
            </p:cNvSpPr>
            <p:nvPr>
              <p:custDataLst>
                <p:tags r:id="rId2"/>
              </p:custDataLst>
            </p:nvPr>
          </p:nvSpPr>
          <p:spPr bwMode="auto">
            <a:xfrm>
              <a:off x="1836" y="3223"/>
              <a:ext cx="477" cy="510"/>
            </a:xfrm>
            <a:custGeom>
              <a:avLst/>
              <a:gdLst/>
              <a:ahLst/>
              <a:cxnLst>
                <a:cxn ang="0">
                  <a:pos x="517" y="148"/>
                </a:cxn>
                <a:cxn ang="0">
                  <a:pos x="517" y="510"/>
                </a:cxn>
                <a:cxn ang="0">
                  <a:pos x="0" y="485"/>
                </a:cxn>
                <a:cxn ang="0">
                  <a:pos x="24" y="124"/>
                </a:cxn>
                <a:cxn ang="0">
                  <a:pos x="278" y="140"/>
                </a:cxn>
                <a:cxn ang="0">
                  <a:pos x="326" y="41"/>
                </a:cxn>
                <a:cxn ang="0">
                  <a:pos x="326" y="41"/>
                </a:cxn>
                <a:cxn ang="0">
                  <a:pos x="318" y="41"/>
                </a:cxn>
                <a:cxn ang="0">
                  <a:pos x="318" y="17"/>
                </a:cxn>
                <a:cxn ang="0">
                  <a:pos x="326" y="17"/>
                </a:cxn>
                <a:cxn ang="0">
                  <a:pos x="326" y="8"/>
                </a:cxn>
                <a:cxn ang="0">
                  <a:pos x="334" y="8"/>
                </a:cxn>
                <a:cxn ang="0">
                  <a:pos x="334" y="0"/>
                </a:cxn>
                <a:cxn ang="0">
                  <a:pos x="334" y="0"/>
                </a:cxn>
                <a:cxn ang="0">
                  <a:pos x="334" y="0"/>
                </a:cxn>
                <a:cxn ang="0">
                  <a:pos x="366" y="0"/>
                </a:cxn>
                <a:cxn ang="0">
                  <a:pos x="366" y="0"/>
                </a:cxn>
                <a:cxn ang="0">
                  <a:pos x="374" y="0"/>
                </a:cxn>
                <a:cxn ang="0">
                  <a:pos x="374" y="8"/>
                </a:cxn>
                <a:cxn ang="0">
                  <a:pos x="382" y="8"/>
                </a:cxn>
                <a:cxn ang="0">
                  <a:pos x="382" y="25"/>
                </a:cxn>
                <a:cxn ang="0">
                  <a:pos x="382" y="25"/>
                </a:cxn>
                <a:cxn ang="0">
                  <a:pos x="382" y="33"/>
                </a:cxn>
                <a:cxn ang="0">
                  <a:pos x="382" y="33"/>
                </a:cxn>
                <a:cxn ang="0">
                  <a:pos x="382" y="41"/>
                </a:cxn>
                <a:cxn ang="0">
                  <a:pos x="374" y="50"/>
                </a:cxn>
                <a:cxn ang="0">
                  <a:pos x="374" y="58"/>
                </a:cxn>
                <a:cxn ang="0">
                  <a:pos x="366" y="58"/>
                </a:cxn>
                <a:cxn ang="0">
                  <a:pos x="366" y="58"/>
                </a:cxn>
                <a:cxn ang="0">
                  <a:pos x="358" y="58"/>
                </a:cxn>
                <a:cxn ang="0">
                  <a:pos x="358" y="66"/>
                </a:cxn>
                <a:cxn ang="0">
                  <a:pos x="350" y="66"/>
                </a:cxn>
                <a:cxn ang="0">
                  <a:pos x="318" y="140"/>
                </a:cxn>
                <a:cxn ang="0">
                  <a:pos x="517" y="148"/>
                </a:cxn>
              </a:cxnLst>
              <a:rect l="0" t="0" r="r" b="b"/>
              <a:pathLst>
                <a:path w="517" h="510">
                  <a:moveTo>
                    <a:pt x="517" y="148"/>
                  </a:moveTo>
                  <a:lnTo>
                    <a:pt x="517" y="510"/>
                  </a:lnTo>
                  <a:lnTo>
                    <a:pt x="0" y="485"/>
                  </a:lnTo>
                  <a:lnTo>
                    <a:pt x="24" y="124"/>
                  </a:lnTo>
                  <a:lnTo>
                    <a:pt x="278" y="140"/>
                  </a:lnTo>
                  <a:lnTo>
                    <a:pt x="326" y="41"/>
                  </a:lnTo>
                  <a:lnTo>
                    <a:pt x="326" y="41"/>
                  </a:lnTo>
                  <a:lnTo>
                    <a:pt x="318" y="41"/>
                  </a:lnTo>
                  <a:lnTo>
                    <a:pt x="318" y="17"/>
                  </a:lnTo>
                  <a:lnTo>
                    <a:pt x="326" y="17"/>
                  </a:lnTo>
                  <a:lnTo>
                    <a:pt x="326" y="8"/>
                  </a:lnTo>
                  <a:lnTo>
                    <a:pt x="334" y="8"/>
                  </a:lnTo>
                  <a:lnTo>
                    <a:pt x="334" y="0"/>
                  </a:lnTo>
                  <a:lnTo>
                    <a:pt x="334" y="0"/>
                  </a:lnTo>
                  <a:lnTo>
                    <a:pt x="334" y="0"/>
                  </a:lnTo>
                  <a:lnTo>
                    <a:pt x="366" y="0"/>
                  </a:lnTo>
                  <a:lnTo>
                    <a:pt x="366" y="0"/>
                  </a:lnTo>
                  <a:lnTo>
                    <a:pt x="374" y="0"/>
                  </a:lnTo>
                  <a:lnTo>
                    <a:pt x="374" y="8"/>
                  </a:lnTo>
                  <a:lnTo>
                    <a:pt x="382" y="8"/>
                  </a:lnTo>
                  <a:lnTo>
                    <a:pt x="382" y="25"/>
                  </a:lnTo>
                  <a:lnTo>
                    <a:pt x="382" y="25"/>
                  </a:lnTo>
                  <a:lnTo>
                    <a:pt x="382" y="33"/>
                  </a:lnTo>
                  <a:lnTo>
                    <a:pt x="382" y="33"/>
                  </a:lnTo>
                  <a:lnTo>
                    <a:pt x="382" y="41"/>
                  </a:lnTo>
                  <a:lnTo>
                    <a:pt x="374" y="50"/>
                  </a:lnTo>
                  <a:lnTo>
                    <a:pt x="374" y="58"/>
                  </a:lnTo>
                  <a:lnTo>
                    <a:pt x="366" y="58"/>
                  </a:lnTo>
                  <a:lnTo>
                    <a:pt x="366" y="58"/>
                  </a:lnTo>
                  <a:lnTo>
                    <a:pt x="358" y="58"/>
                  </a:lnTo>
                  <a:lnTo>
                    <a:pt x="358" y="66"/>
                  </a:lnTo>
                  <a:lnTo>
                    <a:pt x="350" y="66"/>
                  </a:lnTo>
                  <a:lnTo>
                    <a:pt x="318" y="140"/>
                  </a:lnTo>
                  <a:lnTo>
                    <a:pt x="517" y="148"/>
                  </a:lnTo>
                  <a:close/>
                </a:path>
              </a:pathLst>
            </a:custGeom>
            <a:solidFill>
              <a:srgbClr val="000000"/>
            </a:solidFill>
            <a:ln w="9525">
              <a:noFill/>
              <a:round/>
              <a:headEnd/>
              <a:tailEnd/>
            </a:ln>
          </p:spPr>
          <p:txBody>
            <a:bodyPr/>
            <a:lstStyle/>
            <a:p>
              <a:endParaRPr lang="en-AU">
                <a:solidFill>
                  <a:prstClr val="black">
                    <a:lumMod val="75000"/>
                    <a:lumOff val="25000"/>
                  </a:prstClr>
                </a:solidFill>
              </a:endParaRPr>
            </a:p>
          </p:txBody>
        </p:sp>
        <p:sp>
          <p:nvSpPr>
            <p:cNvPr id="50" name="Freeform 51"/>
            <p:cNvSpPr>
              <a:spLocks/>
            </p:cNvSpPr>
            <p:nvPr>
              <p:custDataLst>
                <p:tags r:id="rId3"/>
              </p:custDataLst>
            </p:nvPr>
          </p:nvSpPr>
          <p:spPr bwMode="auto">
            <a:xfrm>
              <a:off x="1873" y="3388"/>
              <a:ext cx="411" cy="304"/>
            </a:xfrm>
            <a:custGeom>
              <a:avLst/>
              <a:gdLst/>
              <a:ahLst/>
              <a:cxnLst>
                <a:cxn ang="0">
                  <a:pos x="445" y="304"/>
                </a:cxn>
                <a:cxn ang="0">
                  <a:pos x="0" y="279"/>
                </a:cxn>
                <a:cxn ang="0">
                  <a:pos x="15" y="0"/>
                </a:cxn>
                <a:cxn ang="0">
                  <a:pos x="214" y="8"/>
                </a:cxn>
                <a:cxn ang="0">
                  <a:pos x="206" y="41"/>
                </a:cxn>
                <a:cxn ang="0">
                  <a:pos x="206" y="57"/>
                </a:cxn>
                <a:cxn ang="0">
                  <a:pos x="206" y="57"/>
                </a:cxn>
                <a:cxn ang="0">
                  <a:pos x="206" y="65"/>
                </a:cxn>
                <a:cxn ang="0">
                  <a:pos x="230" y="65"/>
                </a:cxn>
                <a:cxn ang="0">
                  <a:pos x="230" y="57"/>
                </a:cxn>
                <a:cxn ang="0">
                  <a:pos x="230" y="57"/>
                </a:cxn>
                <a:cxn ang="0">
                  <a:pos x="230" y="57"/>
                </a:cxn>
                <a:cxn ang="0">
                  <a:pos x="254" y="8"/>
                </a:cxn>
                <a:cxn ang="0">
                  <a:pos x="445" y="16"/>
                </a:cxn>
                <a:cxn ang="0">
                  <a:pos x="445" y="304"/>
                </a:cxn>
              </a:cxnLst>
              <a:rect l="0" t="0" r="r" b="b"/>
              <a:pathLst>
                <a:path w="445" h="304">
                  <a:moveTo>
                    <a:pt x="445" y="304"/>
                  </a:moveTo>
                  <a:lnTo>
                    <a:pt x="0" y="279"/>
                  </a:lnTo>
                  <a:lnTo>
                    <a:pt x="15" y="0"/>
                  </a:lnTo>
                  <a:lnTo>
                    <a:pt x="214" y="8"/>
                  </a:lnTo>
                  <a:lnTo>
                    <a:pt x="206" y="41"/>
                  </a:lnTo>
                  <a:lnTo>
                    <a:pt x="206" y="57"/>
                  </a:lnTo>
                  <a:lnTo>
                    <a:pt x="206" y="57"/>
                  </a:lnTo>
                  <a:lnTo>
                    <a:pt x="206" y="65"/>
                  </a:lnTo>
                  <a:lnTo>
                    <a:pt x="230" y="65"/>
                  </a:lnTo>
                  <a:lnTo>
                    <a:pt x="230" y="57"/>
                  </a:lnTo>
                  <a:lnTo>
                    <a:pt x="230" y="57"/>
                  </a:lnTo>
                  <a:lnTo>
                    <a:pt x="230" y="57"/>
                  </a:lnTo>
                  <a:lnTo>
                    <a:pt x="254" y="8"/>
                  </a:lnTo>
                  <a:lnTo>
                    <a:pt x="445" y="16"/>
                  </a:lnTo>
                  <a:lnTo>
                    <a:pt x="445" y="304"/>
                  </a:lnTo>
                  <a:close/>
                </a:path>
              </a:pathLst>
            </a:custGeom>
            <a:solidFill>
              <a:srgbClr val="66CCFF"/>
            </a:solidFill>
            <a:ln w="9525">
              <a:noFill/>
              <a:round/>
              <a:headEnd/>
              <a:tailEnd/>
            </a:ln>
          </p:spPr>
          <p:txBody>
            <a:bodyPr/>
            <a:lstStyle/>
            <a:p>
              <a:endParaRPr lang="en-AU">
                <a:solidFill>
                  <a:prstClr val="black">
                    <a:lumMod val="75000"/>
                    <a:lumOff val="25000"/>
                  </a:prstClr>
                </a:solidFill>
              </a:endParaRPr>
            </a:p>
          </p:txBody>
        </p:sp>
        <p:sp>
          <p:nvSpPr>
            <p:cNvPr id="51" name="Freeform 52"/>
            <p:cNvSpPr>
              <a:spLocks/>
            </p:cNvSpPr>
            <p:nvPr>
              <p:custDataLst>
                <p:tags r:id="rId4"/>
              </p:custDataLst>
            </p:nvPr>
          </p:nvSpPr>
          <p:spPr bwMode="auto">
            <a:xfrm>
              <a:off x="1931" y="3495"/>
              <a:ext cx="258" cy="57"/>
            </a:xfrm>
            <a:custGeom>
              <a:avLst/>
              <a:gdLst/>
              <a:ahLst/>
              <a:cxnLst>
                <a:cxn ang="0">
                  <a:pos x="279" y="16"/>
                </a:cxn>
                <a:cxn ang="0">
                  <a:pos x="271" y="57"/>
                </a:cxn>
                <a:cxn ang="0">
                  <a:pos x="0" y="41"/>
                </a:cxn>
                <a:cxn ang="0">
                  <a:pos x="8" y="0"/>
                </a:cxn>
                <a:cxn ang="0">
                  <a:pos x="279" y="16"/>
                </a:cxn>
              </a:cxnLst>
              <a:rect l="0" t="0" r="r" b="b"/>
              <a:pathLst>
                <a:path w="279" h="57">
                  <a:moveTo>
                    <a:pt x="279" y="16"/>
                  </a:moveTo>
                  <a:lnTo>
                    <a:pt x="271" y="57"/>
                  </a:lnTo>
                  <a:lnTo>
                    <a:pt x="0" y="41"/>
                  </a:lnTo>
                  <a:lnTo>
                    <a:pt x="8" y="0"/>
                  </a:lnTo>
                  <a:lnTo>
                    <a:pt x="279" y="16"/>
                  </a:lnTo>
                  <a:close/>
                </a:path>
              </a:pathLst>
            </a:custGeom>
            <a:solidFill>
              <a:srgbClr val="000000"/>
            </a:solidFill>
            <a:ln w="9525">
              <a:noFill/>
              <a:round/>
              <a:headEnd/>
              <a:tailEnd/>
            </a:ln>
          </p:spPr>
          <p:txBody>
            <a:bodyPr/>
            <a:lstStyle/>
            <a:p>
              <a:endParaRPr lang="en-AU">
                <a:solidFill>
                  <a:prstClr val="black">
                    <a:lumMod val="75000"/>
                    <a:lumOff val="25000"/>
                  </a:prstClr>
                </a:solidFill>
              </a:endParaRPr>
            </a:p>
          </p:txBody>
        </p:sp>
        <p:sp>
          <p:nvSpPr>
            <p:cNvPr id="52" name="Freeform 53"/>
            <p:cNvSpPr>
              <a:spLocks/>
            </p:cNvSpPr>
            <p:nvPr>
              <p:custDataLst>
                <p:tags r:id="rId5"/>
              </p:custDataLst>
            </p:nvPr>
          </p:nvSpPr>
          <p:spPr bwMode="auto">
            <a:xfrm>
              <a:off x="1931" y="3560"/>
              <a:ext cx="295" cy="58"/>
            </a:xfrm>
            <a:custGeom>
              <a:avLst/>
              <a:gdLst/>
              <a:ahLst/>
              <a:cxnLst>
                <a:cxn ang="0">
                  <a:pos x="319" y="17"/>
                </a:cxn>
                <a:cxn ang="0">
                  <a:pos x="319" y="58"/>
                </a:cxn>
                <a:cxn ang="0">
                  <a:pos x="0" y="41"/>
                </a:cxn>
                <a:cxn ang="0">
                  <a:pos x="0" y="0"/>
                </a:cxn>
                <a:cxn ang="0">
                  <a:pos x="319" y="17"/>
                </a:cxn>
              </a:cxnLst>
              <a:rect l="0" t="0" r="r" b="b"/>
              <a:pathLst>
                <a:path w="319" h="58">
                  <a:moveTo>
                    <a:pt x="319" y="17"/>
                  </a:moveTo>
                  <a:lnTo>
                    <a:pt x="319" y="58"/>
                  </a:lnTo>
                  <a:lnTo>
                    <a:pt x="0" y="41"/>
                  </a:lnTo>
                  <a:lnTo>
                    <a:pt x="0" y="0"/>
                  </a:lnTo>
                  <a:lnTo>
                    <a:pt x="319" y="17"/>
                  </a:lnTo>
                  <a:close/>
                </a:path>
              </a:pathLst>
            </a:custGeom>
            <a:solidFill>
              <a:srgbClr val="000000"/>
            </a:solidFill>
            <a:ln w="9525">
              <a:noFill/>
              <a:round/>
              <a:headEnd/>
              <a:tailEnd/>
            </a:ln>
          </p:spPr>
          <p:txBody>
            <a:bodyPr/>
            <a:lstStyle/>
            <a:p>
              <a:endParaRPr lang="en-AU">
                <a:solidFill>
                  <a:prstClr val="black">
                    <a:lumMod val="75000"/>
                    <a:lumOff val="25000"/>
                  </a:prstClr>
                </a:solidFill>
              </a:endParaRPr>
            </a:p>
          </p:txBody>
        </p:sp>
      </p:grpSp>
    </p:spTree>
    <p:extLst>
      <p:ext uri="{BB962C8B-B14F-4D97-AF65-F5344CB8AC3E}">
        <p14:creationId xmlns:p14="http://schemas.microsoft.com/office/powerpoint/2010/main" val="720748740"/>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dirty="0">
                <a:ea typeface="ＭＳ Ｐゴシック" pitchFamily="34" charset="-128"/>
              </a:rPr>
              <a:t>Further potential elements in a process</a:t>
            </a:r>
          </a:p>
        </p:txBody>
      </p:sp>
      <p:sp>
        <p:nvSpPr>
          <p:cNvPr id="30723" name="Content Placeholder 2"/>
          <p:cNvSpPr>
            <a:spLocks noGrp="1"/>
          </p:cNvSpPr>
          <p:nvPr>
            <p:ph idx="1"/>
          </p:nvPr>
        </p:nvSpPr>
        <p:spPr>
          <a:xfrm>
            <a:off x="467544" y="1104100"/>
            <a:ext cx="8136904" cy="4824536"/>
          </a:xfrm>
        </p:spPr>
        <p:txBody>
          <a:bodyPr/>
          <a:lstStyle/>
          <a:p>
            <a:pPr marL="0" indent="0">
              <a:buNone/>
            </a:pPr>
            <a:r>
              <a:rPr lang="en-US" dirty="0">
                <a:ea typeface="ＭＳ Ｐゴシック" pitchFamily="34" charset="-128"/>
              </a:rPr>
              <a:t>Objectives, goals</a:t>
            </a:r>
          </a:p>
          <a:p>
            <a:pPr lvl="1"/>
            <a:r>
              <a:rPr lang="en-US" dirty="0">
                <a:ea typeface="ＭＳ Ｐゴシック" pitchFamily="34" charset="-128"/>
              </a:rPr>
              <a:t>to link with corporate strategy</a:t>
            </a:r>
          </a:p>
          <a:p>
            <a:pPr marL="0" indent="0">
              <a:buNone/>
            </a:pPr>
            <a:r>
              <a:rPr lang="en-US" dirty="0">
                <a:ea typeface="ＭＳ Ｐゴシック" pitchFamily="34" charset="-128"/>
              </a:rPr>
              <a:t>Risks</a:t>
            </a:r>
          </a:p>
          <a:p>
            <a:pPr lvl="1"/>
            <a:r>
              <a:rPr lang="en-US" dirty="0">
                <a:ea typeface="ＭＳ Ｐゴシック" pitchFamily="34" charset="-128"/>
              </a:rPr>
              <a:t>to risk-profile the process</a:t>
            </a:r>
          </a:p>
          <a:p>
            <a:pPr marL="0" indent="0">
              <a:buNone/>
            </a:pPr>
            <a:r>
              <a:rPr lang="en-US" dirty="0">
                <a:ea typeface="ＭＳ Ｐゴシック" pitchFamily="34" charset="-128"/>
              </a:rPr>
              <a:t>Policies, rules</a:t>
            </a:r>
          </a:p>
          <a:p>
            <a:pPr lvl="1"/>
            <a:r>
              <a:rPr lang="en-US" dirty="0">
                <a:ea typeface="ＭＳ Ｐゴシック" pitchFamily="34" charset="-128"/>
              </a:rPr>
              <a:t>to check process compliance</a:t>
            </a:r>
          </a:p>
          <a:p>
            <a:pPr marL="0" indent="0">
              <a:buNone/>
            </a:pPr>
            <a:r>
              <a:rPr lang="en-US" dirty="0">
                <a:ea typeface="ＭＳ Ｐゴシック" pitchFamily="34" charset="-128"/>
              </a:rPr>
              <a:t>Knowledge</a:t>
            </a:r>
          </a:p>
          <a:p>
            <a:pPr lvl="1"/>
            <a:r>
              <a:rPr lang="en-US" dirty="0">
                <a:ea typeface="ＭＳ Ｐゴシック" pitchFamily="34" charset="-128"/>
              </a:rPr>
              <a:t>to depict expertise required</a:t>
            </a:r>
          </a:p>
          <a:p>
            <a:pPr marL="0" indent="0">
              <a:buNone/>
            </a:pPr>
            <a:r>
              <a:rPr lang="en-US" dirty="0">
                <a:ea typeface="ＭＳ Ｐゴシック" pitchFamily="34" charset="-128"/>
              </a:rPr>
              <a:t>…</a:t>
            </a:r>
          </a:p>
          <a:p>
            <a:endParaRPr lang="en-US" dirty="0">
              <a:ea typeface="ＭＳ Ｐゴシック" pitchFamily="34" charset="-128"/>
            </a:endParaRP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3</a:t>
            </a:fld>
            <a:endParaRPr lang="en-AU">
              <a:solidFill>
                <a:prstClr val="black">
                  <a:lumMod val="50000"/>
                  <a:lumOff val="50000"/>
                </a:prstClr>
              </a:solidFill>
            </a:endParaRPr>
          </a:p>
        </p:txBody>
      </p:sp>
      <p:pic>
        <p:nvPicPr>
          <p:cNvPr id="3074" name="Picture 2" descr="http://www.sopac.org/sopac/preen/policy.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95691" y="3830919"/>
            <a:ext cx="2609123" cy="26476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6094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a:ea typeface="ＭＳ Ｐゴシック" pitchFamily="34" charset="-128"/>
              </a:rPr>
              <a:t>Example: Student Enrollment</a:t>
            </a:r>
          </a:p>
        </p:txBody>
      </p:sp>
      <p:pic>
        <p:nvPicPr>
          <p:cNvPr id="25604" name="Picture 4" descr="Latino student group.jpg"/>
          <p:cNvPicPr>
            <a:picLocks noChangeAspect="1"/>
          </p:cNvPicPr>
          <p:nvPr/>
        </p:nvPicPr>
        <p:blipFill rotWithShape="1">
          <a:blip r:embed="rId3"/>
          <a:srcRect l="-378" r="378" b="17397"/>
          <a:stretch/>
        </p:blipFill>
        <p:spPr bwMode="auto">
          <a:xfrm>
            <a:off x="1614132" y="2799513"/>
            <a:ext cx="5899722" cy="3292301"/>
          </a:xfrm>
          <a:prstGeom prst="rect">
            <a:avLst/>
          </a:prstGeom>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4</a:t>
            </a:fld>
            <a:endParaRPr lang="en-AU">
              <a:solidFill>
                <a:prstClr val="black">
                  <a:lumMod val="50000"/>
                  <a:lumOff val="50000"/>
                </a:prstClr>
              </a:solidFill>
            </a:endParaRPr>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8580" y="1298986"/>
            <a:ext cx="1621683" cy="997959"/>
          </a:xfrm>
          <a:prstGeom prst="rect">
            <a:avLst/>
          </a:prstGeom>
        </p:spPr>
      </p:pic>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54218" y="1298986"/>
            <a:ext cx="1138297" cy="1114907"/>
          </a:xfrm>
          <a:prstGeom prst="rect">
            <a:avLst/>
          </a:prstGeom>
        </p:spPr>
      </p:pic>
      <p:pic>
        <p:nvPicPr>
          <p:cNvPr id="7" name="Picture 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74754" y="1281568"/>
            <a:ext cx="1153890" cy="1192873"/>
          </a:xfrm>
          <a:prstGeom prst="rect">
            <a:avLst/>
          </a:prstGeom>
        </p:spPr>
      </p:pic>
      <p:pic>
        <p:nvPicPr>
          <p:cNvPr id="8" name="Picture 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313144" y="1338388"/>
            <a:ext cx="1146093" cy="943382"/>
          </a:xfrm>
          <a:prstGeom prst="rect">
            <a:avLst/>
          </a:prstGeom>
        </p:spPr>
      </p:pic>
      <p:pic>
        <p:nvPicPr>
          <p:cNvPr id="9" name="Picture 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438997" y="1380433"/>
            <a:ext cx="1153890" cy="958976"/>
          </a:xfrm>
          <a:prstGeom prst="rect">
            <a:avLst/>
          </a:prstGeom>
        </p:spPr>
      </p:pic>
      <p:pic>
        <p:nvPicPr>
          <p:cNvPr id="10" name="Picture 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575728" y="1403838"/>
            <a:ext cx="1863376" cy="795249"/>
          </a:xfrm>
          <a:prstGeom prst="rect">
            <a:avLst/>
          </a:prstGeom>
        </p:spPr>
      </p:pic>
    </p:spTree>
    <p:extLst>
      <p:ext uri="{BB962C8B-B14F-4D97-AF65-F5344CB8AC3E}">
        <p14:creationId xmlns:p14="http://schemas.microsoft.com/office/powerpoint/2010/main" val="1250906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http://cache2.asset-cache.net/gc/104087858-woman-wondering-gettyimages.jpg?v=1&amp;c=IWSAsset&amp;k=2&amp;d=eYhuhhXM9ToyyJD6wf6O3SGdBU0W6NAHUt7X8XEMkdE%3D"/>
          <p:cNvPicPr>
            <a:picLocks noChangeAspect="1" noChangeArrowheads="1"/>
          </p:cNvPicPr>
          <p:nvPr/>
        </p:nvPicPr>
        <p:blipFill rotWithShape="1">
          <a:blip r:embed="rId3">
            <a:extLst>
              <a:ext uri="{28A0092B-C50C-407E-A947-70E740481C1C}">
                <a14:useLocalDpi xmlns:a14="http://schemas.microsoft.com/office/drawing/2010/main" val="0"/>
              </a:ext>
            </a:extLst>
          </a:blip>
          <a:srcRect r="11004"/>
          <a:stretch/>
        </p:blipFill>
        <p:spPr bwMode="auto">
          <a:xfrm>
            <a:off x="0" y="570175"/>
            <a:ext cx="8393868" cy="6287825"/>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p:cNvSpPr>
            <a:spLocks noGrp="1"/>
          </p:cNvSpPr>
          <p:nvPr>
            <p:ph type="title"/>
          </p:nvPr>
        </p:nvSpPr>
        <p:spPr>
          <a:xfrm>
            <a:off x="99741" y="86963"/>
            <a:ext cx="8064896" cy="792088"/>
          </a:xfrm>
        </p:spPr>
        <p:txBody>
          <a:bodyPr/>
          <a:lstStyle/>
          <a:p>
            <a:r>
              <a:rPr lang="en-AU" dirty="0"/>
              <a:t>What’s the right model?</a:t>
            </a:r>
          </a:p>
        </p:txBody>
      </p:sp>
    </p:spTree>
    <p:extLst>
      <p:ext uri="{BB962C8B-B14F-4D97-AF65-F5344CB8AC3E}">
        <p14:creationId xmlns:p14="http://schemas.microsoft.com/office/powerpoint/2010/main" val="3332887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p:cNvSpPr>
            <a:spLocks noGrp="1"/>
          </p:cNvSpPr>
          <p:nvPr>
            <p:ph type="title"/>
          </p:nvPr>
        </p:nvSpPr>
        <p:spPr>
          <a:xfrm>
            <a:off x="376104" y="260648"/>
            <a:ext cx="8064896" cy="792088"/>
          </a:xfrm>
        </p:spPr>
        <p:txBody>
          <a:bodyPr/>
          <a:lstStyle/>
          <a:p>
            <a:r>
              <a:rPr lang="en-AU" dirty="0"/>
              <a:t>How novices model</a:t>
            </a:r>
          </a:p>
        </p:txBody>
      </p:sp>
      <p:sp>
        <p:nvSpPr>
          <p:cNvPr id="6" name="TextBox 3"/>
          <p:cNvSpPr txBox="1">
            <a:spLocks noChangeArrowheads="1"/>
          </p:cNvSpPr>
          <p:nvPr/>
        </p:nvSpPr>
        <p:spPr bwMode="auto">
          <a:xfrm>
            <a:off x="376104" y="1052736"/>
            <a:ext cx="8373291" cy="4832092"/>
          </a:xfrm>
          <a:prstGeom prst="rect">
            <a:avLst/>
          </a:prstGeom>
          <a:solidFill>
            <a:schemeClr val="bg1"/>
          </a:solidFill>
          <a:ln w="9525">
            <a:noFill/>
            <a:miter lim="800000"/>
            <a:headEnd/>
            <a:tailEnd/>
          </a:ln>
        </p:spPr>
        <p:txBody>
          <a:bodyPr wrap="square">
            <a:spAutoFit/>
          </a:bodyPr>
          <a:lstStyle/>
          <a:p>
            <a:pPr algn="just" eaLnBrk="0" fontAlgn="base" hangingPunct="0">
              <a:spcBef>
                <a:spcPct val="0"/>
              </a:spcBef>
              <a:spcAft>
                <a:spcPct val="0"/>
              </a:spcAft>
            </a:pPr>
            <a:r>
              <a:rPr lang="en-US" sz="2200" dirty="0">
                <a:solidFill>
                  <a:prstClr val="black">
                    <a:lumMod val="75000"/>
                    <a:lumOff val="25000"/>
                  </a:prstClr>
                </a:solidFill>
                <a:latin typeface="Calibri" charset="0"/>
                <a:ea typeface="Calibri" charset="0"/>
                <a:cs typeface="Calibri" charset="0"/>
              </a:rPr>
              <a:t>Mark is going on a trip to Sydney. He decides to call a taxi from home to the airport. The taxi arrives after 10 minutes, and takes half an hour for the 20 kilometers to the airport. </a:t>
            </a:r>
          </a:p>
          <a:p>
            <a:pPr algn="just" eaLnBrk="0" fontAlgn="base" hangingPunct="0">
              <a:spcBef>
                <a:spcPct val="0"/>
              </a:spcBef>
              <a:spcAft>
                <a:spcPct val="0"/>
              </a:spcAft>
            </a:pPr>
            <a:endParaRPr lang="en-US" sz="2200" dirty="0">
              <a:solidFill>
                <a:prstClr val="black">
                  <a:lumMod val="75000"/>
                  <a:lumOff val="25000"/>
                </a:prstClr>
              </a:solidFill>
              <a:latin typeface="Calibri" charset="0"/>
              <a:ea typeface="Calibri" charset="0"/>
              <a:cs typeface="Calibri" charset="0"/>
            </a:endParaRPr>
          </a:p>
          <a:p>
            <a:pPr algn="just" eaLnBrk="0" fontAlgn="base" hangingPunct="0">
              <a:spcBef>
                <a:spcPct val="0"/>
              </a:spcBef>
              <a:spcAft>
                <a:spcPct val="0"/>
              </a:spcAft>
            </a:pPr>
            <a:r>
              <a:rPr lang="en-US" sz="2200" dirty="0">
                <a:solidFill>
                  <a:prstClr val="black">
                    <a:lumMod val="75000"/>
                    <a:lumOff val="25000"/>
                  </a:prstClr>
                </a:solidFill>
                <a:latin typeface="Calibri" charset="0"/>
                <a:ea typeface="Calibri" charset="0"/>
                <a:cs typeface="Calibri" charset="0"/>
              </a:rPr>
              <a:t>At the airport, Mark uses the online check-in counter and receives his boarding pass. Of course, he could have also used the ticket counter. He does not have to check-in any luggage, and so he proceeds straight to the security check, which is 100 meters down the hall on the right. The queue here is short and after 5 minutes he walks up to the departure gate. </a:t>
            </a:r>
          </a:p>
          <a:p>
            <a:pPr algn="just" eaLnBrk="0" fontAlgn="base" hangingPunct="0">
              <a:spcBef>
                <a:spcPct val="0"/>
              </a:spcBef>
              <a:spcAft>
                <a:spcPct val="0"/>
              </a:spcAft>
            </a:pPr>
            <a:endParaRPr lang="en-US" sz="2200" dirty="0">
              <a:solidFill>
                <a:prstClr val="black">
                  <a:lumMod val="75000"/>
                  <a:lumOff val="25000"/>
                </a:prstClr>
              </a:solidFill>
              <a:latin typeface="Calibri" charset="0"/>
              <a:ea typeface="Calibri" charset="0"/>
              <a:cs typeface="Calibri" charset="0"/>
            </a:endParaRPr>
          </a:p>
          <a:p>
            <a:pPr algn="just" eaLnBrk="0" fontAlgn="base" hangingPunct="0">
              <a:spcBef>
                <a:spcPct val="0"/>
              </a:spcBef>
              <a:spcAft>
                <a:spcPct val="0"/>
              </a:spcAft>
            </a:pPr>
            <a:r>
              <a:rPr lang="en-US" sz="2200" dirty="0">
                <a:solidFill>
                  <a:prstClr val="black">
                    <a:lumMod val="75000"/>
                    <a:lumOff val="25000"/>
                  </a:prstClr>
                </a:solidFill>
                <a:latin typeface="Calibri" charset="0"/>
                <a:ea typeface="Calibri" charset="0"/>
                <a:cs typeface="Calibri" charset="0"/>
              </a:rPr>
              <a:t>Mark decides not to go to the Frequent Flyer lounge and instead walks up and down the shops for 15 minutes and buys a newspaper before he returns to the gate. After ten minutes waiting, he boards the plane.</a:t>
            </a: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6</a:t>
            </a:fld>
            <a:endParaRPr lang="en-AU">
              <a:solidFill>
                <a:prstClr val="black">
                  <a:lumMod val="50000"/>
                  <a:lumOff val="50000"/>
                </a:prstClr>
              </a:solidFill>
            </a:endParaRPr>
          </a:p>
        </p:txBody>
      </p:sp>
      <p:sp>
        <p:nvSpPr>
          <p:cNvPr id="5" name="Rectangle 4"/>
          <p:cNvSpPr/>
          <p:nvPr/>
        </p:nvSpPr>
        <p:spPr>
          <a:xfrm>
            <a:off x="7013986" y="6625771"/>
            <a:ext cx="1232765" cy="2322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2720458" y="6583463"/>
            <a:ext cx="5792993" cy="258532"/>
          </a:xfrm>
          <a:prstGeom prst="rect">
            <a:avLst/>
          </a:prstGeom>
        </p:spPr>
        <p:txBody>
          <a:bodyPr wrap="square">
            <a:spAutoFit/>
          </a:bodyPr>
          <a:lstStyle/>
          <a:p>
            <a:pPr defTabSz="703402" eaLnBrk="0" fontAlgn="base" hangingPunct="0">
              <a:lnSpc>
                <a:spcPct val="90000"/>
              </a:lnSpc>
              <a:spcBef>
                <a:spcPct val="20000"/>
              </a:spcBef>
              <a:spcAft>
                <a:spcPct val="0"/>
              </a:spcAft>
              <a:defRPr/>
            </a:pPr>
            <a:r>
              <a:rPr lang="en-AU" sz="1200" dirty="0" err="1">
                <a:solidFill>
                  <a:prstClr val="black">
                    <a:lumMod val="75000"/>
                    <a:lumOff val="25000"/>
                  </a:prstClr>
                </a:solidFill>
                <a:ea typeface="ＭＳ Ｐゴシック" pitchFamily="34" charset="-128"/>
              </a:rPr>
              <a:t>Recker</a:t>
            </a:r>
            <a:r>
              <a:rPr lang="en-AU" sz="1200" dirty="0">
                <a:solidFill>
                  <a:prstClr val="black">
                    <a:lumMod val="75000"/>
                    <a:lumOff val="25000"/>
                  </a:prstClr>
                </a:solidFill>
                <a:ea typeface="ＭＳ Ｐゴシック" pitchFamily="34" charset="-128"/>
              </a:rPr>
              <a:t> et al., How novices model business processes, Proceedings of BPM, Springer, 2010</a:t>
            </a:r>
          </a:p>
        </p:txBody>
      </p:sp>
    </p:spTree>
    <p:extLst>
      <p:ext uri="{BB962C8B-B14F-4D97-AF65-F5344CB8AC3E}">
        <p14:creationId xmlns:p14="http://schemas.microsoft.com/office/powerpoint/2010/main" val="163009811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p:cNvSpPr>
            <a:spLocks noGrp="1"/>
          </p:cNvSpPr>
          <p:nvPr>
            <p:ph type="title"/>
          </p:nvPr>
        </p:nvSpPr>
        <p:spPr/>
        <p:txBody>
          <a:bodyPr/>
          <a:lstStyle/>
          <a:p>
            <a:r>
              <a:rPr lang="en-AU" dirty="0"/>
              <a:t>Some other ways of modelling...</a:t>
            </a:r>
          </a:p>
        </p:txBody>
      </p:sp>
      <p:pic>
        <p:nvPicPr>
          <p:cNvPr id="5" name="Picture 4" descr="Picture 10.png"/>
          <p:cNvPicPr>
            <a:picLocks noChangeAspect="1"/>
          </p:cNvPicPr>
          <p:nvPr/>
        </p:nvPicPr>
        <p:blipFill>
          <a:blip r:embed="rId3" cstate="print"/>
          <a:srcRect/>
          <a:stretch>
            <a:fillRect/>
          </a:stretch>
        </p:blipFill>
        <p:spPr bwMode="auto">
          <a:xfrm>
            <a:off x="0" y="1131888"/>
            <a:ext cx="8824158" cy="4310969"/>
          </a:xfrm>
          <a:prstGeom prst="rect">
            <a:avLst/>
          </a:prstGeom>
          <a:noFill/>
          <a:ln w="9525">
            <a:noFill/>
            <a:miter lim="800000"/>
            <a:headEnd/>
            <a:tailEnd/>
          </a:ln>
        </p:spPr>
      </p:pic>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7</a:t>
            </a:fld>
            <a:endParaRPr lang="en-AU">
              <a:solidFill>
                <a:prstClr val="black">
                  <a:lumMod val="50000"/>
                  <a:lumOff val="50000"/>
                </a:prstClr>
              </a:solidFill>
            </a:endParaRPr>
          </a:p>
        </p:txBody>
      </p:sp>
      <p:sp>
        <p:nvSpPr>
          <p:cNvPr id="6" name="Rectangle 5"/>
          <p:cNvSpPr/>
          <p:nvPr/>
        </p:nvSpPr>
        <p:spPr>
          <a:xfrm>
            <a:off x="7013986" y="6625771"/>
            <a:ext cx="1232765" cy="2322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720458" y="6583463"/>
            <a:ext cx="5792993" cy="258532"/>
          </a:xfrm>
          <a:prstGeom prst="rect">
            <a:avLst/>
          </a:prstGeom>
        </p:spPr>
        <p:txBody>
          <a:bodyPr wrap="square">
            <a:spAutoFit/>
          </a:bodyPr>
          <a:lstStyle/>
          <a:p>
            <a:pPr defTabSz="703402" eaLnBrk="0" fontAlgn="base" hangingPunct="0">
              <a:lnSpc>
                <a:spcPct val="90000"/>
              </a:lnSpc>
              <a:spcBef>
                <a:spcPct val="20000"/>
              </a:spcBef>
              <a:spcAft>
                <a:spcPct val="0"/>
              </a:spcAft>
              <a:defRPr/>
            </a:pPr>
            <a:r>
              <a:rPr lang="en-AU" sz="1200" dirty="0" err="1">
                <a:solidFill>
                  <a:prstClr val="black">
                    <a:lumMod val="75000"/>
                    <a:lumOff val="25000"/>
                  </a:prstClr>
                </a:solidFill>
                <a:ea typeface="ＭＳ Ｐゴシック" pitchFamily="34" charset="-128"/>
              </a:rPr>
              <a:t>Recker</a:t>
            </a:r>
            <a:r>
              <a:rPr lang="en-AU" sz="1200" dirty="0">
                <a:solidFill>
                  <a:prstClr val="black">
                    <a:lumMod val="75000"/>
                    <a:lumOff val="25000"/>
                  </a:prstClr>
                </a:solidFill>
                <a:ea typeface="ＭＳ Ｐゴシック" pitchFamily="34" charset="-128"/>
              </a:rPr>
              <a:t> et al., How novices model business processes, Proceedings of BPM, Springer, 2010</a:t>
            </a:r>
          </a:p>
        </p:txBody>
      </p:sp>
    </p:spTree>
    <p:extLst>
      <p:ext uri="{BB962C8B-B14F-4D97-AF65-F5344CB8AC3E}">
        <p14:creationId xmlns:p14="http://schemas.microsoft.com/office/powerpoint/2010/main" val="160489622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p:cNvSpPr>
            <a:spLocks noGrp="1"/>
          </p:cNvSpPr>
          <p:nvPr>
            <p:ph type="title"/>
          </p:nvPr>
        </p:nvSpPr>
        <p:spPr/>
        <p:txBody>
          <a:bodyPr/>
          <a:lstStyle/>
          <a:p>
            <a:r>
              <a:rPr lang="en-AU"/>
              <a:t>Some other ways </a:t>
            </a:r>
            <a:r>
              <a:rPr lang="en-AU" dirty="0"/>
              <a:t>of modelling...</a:t>
            </a:r>
          </a:p>
        </p:txBody>
      </p:sp>
      <p:sp>
        <p:nvSpPr>
          <p:cNvPr id="7" name="Rectangle 6"/>
          <p:cNvSpPr/>
          <p:nvPr/>
        </p:nvSpPr>
        <p:spPr bwMode="auto">
          <a:xfrm>
            <a:off x="5397500" y="914400"/>
            <a:ext cx="2578100" cy="520700"/>
          </a:xfrm>
          <a:prstGeom prst="rect">
            <a:avLst/>
          </a:prstGeom>
          <a:solidFill>
            <a:schemeClr val="bg1"/>
          </a:solidFill>
          <a:ln w="9525" cap="flat" cmpd="sng" algn="ctr">
            <a:noFill/>
            <a:prstDash val="solid"/>
            <a:round/>
            <a:headEnd type="none" w="med" len="med"/>
            <a:tailEnd type="none" w="med" len="med"/>
          </a:ln>
          <a:effectLst>
            <a:outerShdw blurRad="50800" dist="50800" dir="5400000" algn="ctr" rotWithShape="0">
              <a:schemeClr val="bg1"/>
            </a:outerShdw>
          </a:effectLst>
        </p:spPr>
        <p:txBody>
          <a:bodyPr/>
          <a:lstStyle/>
          <a:p>
            <a:pPr algn="ctr" eaLnBrk="0" fontAlgn="base" hangingPunct="0">
              <a:spcBef>
                <a:spcPct val="0"/>
              </a:spcBef>
              <a:spcAft>
                <a:spcPct val="0"/>
              </a:spcAft>
              <a:defRPr/>
            </a:pPr>
            <a:endParaRPr lang="en-AU" sz="2200">
              <a:solidFill>
                <a:prstClr val="black"/>
              </a:solidFill>
              <a:latin typeface="Arial" charset="0"/>
              <a:ea typeface="ＭＳ Ｐゴシック" pitchFamily="34" charset="-128"/>
            </a:endParaRPr>
          </a:p>
        </p:txBody>
      </p:sp>
      <p:pic>
        <p:nvPicPr>
          <p:cNvPr id="6" name="Picture 5" descr="Picture 6.png"/>
          <p:cNvPicPr>
            <a:picLocks noChangeAspect="1"/>
          </p:cNvPicPr>
          <p:nvPr/>
        </p:nvPicPr>
        <p:blipFill>
          <a:blip r:embed="rId3" cstate="print"/>
          <a:srcRect/>
          <a:stretch>
            <a:fillRect/>
          </a:stretch>
        </p:blipFill>
        <p:spPr bwMode="auto">
          <a:xfrm>
            <a:off x="1087661" y="1219200"/>
            <a:ext cx="6824662" cy="5108575"/>
          </a:xfrm>
          <a:prstGeom prst="rect">
            <a:avLst/>
          </a:prstGeom>
          <a:noFill/>
          <a:ln w="9525">
            <a:noFill/>
            <a:miter lim="800000"/>
            <a:headEnd/>
            <a:tailEnd/>
          </a:ln>
        </p:spPr>
      </p:pic>
      <p:sp>
        <p:nvSpPr>
          <p:cNvPr id="8" name="Rectangle 7"/>
          <p:cNvSpPr/>
          <p:nvPr/>
        </p:nvSpPr>
        <p:spPr bwMode="auto">
          <a:xfrm>
            <a:off x="3014233" y="1244581"/>
            <a:ext cx="927100" cy="254000"/>
          </a:xfrm>
          <a:prstGeom prst="rect">
            <a:avLst/>
          </a:prstGeom>
          <a:solidFill>
            <a:schemeClr val="bg1"/>
          </a:solidFill>
          <a:ln w="9525" cap="flat" cmpd="sng" algn="ctr">
            <a:noFill/>
            <a:prstDash val="solid"/>
            <a:round/>
            <a:headEnd type="none" w="med" len="med"/>
            <a:tailEnd type="none" w="med" len="med"/>
          </a:ln>
          <a:effectLst>
            <a:outerShdw blurRad="50800" dist="50800" dir="5400000" algn="ctr" rotWithShape="0">
              <a:schemeClr val="bg1"/>
            </a:outerShdw>
          </a:effectLst>
        </p:spPr>
        <p:txBody>
          <a:bodyPr/>
          <a:lstStyle/>
          <a:p>
            <a:pPr algn="ctr" eaLnBrk="0" fontAlgn="base" hangingPunct="0">
              <a:spcBef>
                <a:spcPct val="0"/>
              </a:spcBef>
              <a:spcAft>
                <a:spcPct val="0"/>
              </a:spcAft>
              <a:defRPr/>
            </a:pPr>
            <a:endParaRPr lang="en-AU" sz="2200">
              <a:solidFill>
                <a:prstClr val="black"/>
              </a:solidFill>
              <a:latin typeface="Arial" charset="0"/>
              <a:ea typeface="ＭＳ Ｐゴシック" pitchFamily="34" charset="-128"/>
            </a:endParaRP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8</a:t>
            </a:fld>
            <a:endParaRPr lang="en-AU">
              <a:solidFill>
                <a:prstClr val="black">
                  <a:lumMod val="50000"/>
                  <a:lumOff val="50000"/>
                </a:prstClr>
              </a:solidFill>
            </a:endParaRPr>
          </a:p>
        </p:txBody>
      </p:sp>
      <p:sp>
        <p:nvSpPr>
          <p:cNvPr id="9" name="Rectangle 8"/>
          <p:cNvSpPr/>
          <p:nvPr/>
        </p:nvSpPr>
        <p:spPr>
          <a:xfrm>
            <a:off x="7013986" y="6625771"/>
            <a:ext cx="1232765" cy="2322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720458" y="6583463"/>
            <a:ext cx="5792993" cy="258532"/>
          </a:xfrm>
          <a:prstGeom prst="rect">
            <a:avLst/>
          </a:prstGeom>
        </p:spPr>
        <p:txBody>
          <a:bodyPr wrap="square">
            <a:spAutoFit/>
          </a:bodyPr>
          <a:lstStyle/>
          <a:p>
            <a:pPr defTabSz="703402" eaLnBrk="0" fontAlgn="base" hangingPunct="0">
              <a:lnSpc>
                <a:spcPct val="90000"/>
              </a:lnSpc>
              <a:spcBef>
                <a:spcPct val="20000"/>
              </a:spcBef>
              <a:spcAft>
                <a:spcPct val="0"/>
              </a:spcAft>
              <a:defRPr/>
            </a:pPr>
            <a:r>
              <a:rPr lang="en-AU" sz="1200" dirty="0" err="1">
                <a:solidFill>
                  <a:prstClr val="black">
                    <a:lumMod val="75000"/>
                    <a:lumOff val="25000"/>
                  </a:prstClr>
                </a:solidFill>
                <a:ea typeface="ＭＳ Ｐゴシック" pitchFamily="34" charset="-128"/>
              </a:rPr>
              <a:t>Recker</a:t>
            </a:r>
            <a:r>
              <a:rPr lang="en-AU" sz="1200" dirty="0">
                <a:solidFill>
                  <a:prstClr val="black">
                    <a:lumMod val="75000"/>
                    <a:lumOff val="25000"/>
                  </a:prstClr>
                </a:solidFill>
                <a:ea typeface="ＭＳ Ｐゴシック" pitchFamily="34" charset="-128"/>
              </a:rPr>
              <a:t> et al., How novices model business processes, Proceedings of BPM, Springer, 2010</a:t>
            </a:r>
          </a:p>
        </p:txBody>
      </p:sp>
    </p:spTree>
    <p:extLst>
      <p:ext uri="{BB962C8B-B14F-4D97-AF65-F5344CB8AC3E}">
        <p14:creationId xmlns:p14="http://schemas.microsoft.com/office/powerpoint/2010/main" val="178445814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p:cNvSpPr>
            <a:spLocks noGrp="1"/>
          </p:cNvSpPr>
          <p:nvPr>
            <p:ph type="title"/>
          </p:nvPr>
        </p:nvSpPr>
        <p:spPr/>
        <p:txBody>
          <a:bodyPr/>
          <a:lstStyle/>
          <a:p>
            <a:r>
              <a:rPr lang="en-AU" dirty="0"/>
              <a:t>Some other ways of modelling...</a:t>
            </a:r>
          </a:p>
        </p:txBody>
      </p:sp>
      <p:sp>
        <p:nvSpPr>
          <p:cNvPr id="7" name="Rectangle 6"/>
          <p:cNvSpPr/>
          <p:nvPr/>
        </p:nvSpPr>
        <p:spPr bwMode="auto">
          <a:xfrm>
            <a:off x="5397500" y="914400"/>
            <a:ext cx="2578100" cy="520700"/>
          </a:xfrm>
          <a:prstGeom prst="rect">
            <a:avLst/>
          </a:prstGeom>
          <a:solidFill>
            <a:schemeClr val="bg1"/>
          </a:solidFill>
          <a:ln w="9525" cap="flat" cmpd="sng" algn="ctr">
            <a:noFill/>
            <a:prstDash val="solid"/>
            <a:round/>
            <a:headEnd type="none" w="med" len="med"/>
            <a:tailEnd type="none" w="med" len="med"/>
          </a:ln>
          <a:effectLst>
            <a:outerShdw blurRad="50800" dist="50800" dir="5400000" algn="ctr" rotWithShape="0">
              <a:schemeClr val="bg1"/>
            </a:outerShdw>
          </a:effectLst>
        </p:spPr>
        <p:txBody>
          <a:bodyPr/>
          <a:lstStyle/>
          <a:p>
            <a:pPr algn="ctr" eaLnBrk="0" fontAlgn="base" hangingPunct="0">
              <a:spcBef>
                <a:spcPct val="0"/>
              </a:spcBef>
              <a:spcAft>
                <a:spcPct val="0"/>
              </a:spcAft>
              <a:defRPr/>
            </a:pPr>
            <a:endParaRPr lang="en-AU" sz="2200">
              <a:solidFill>
                <a:prstClr val="black"/>
              </a:solidFill>
              <a:latin typeface="Arial" charset="0"/>
              <a:ea typeface="ＭＳ Ｐゴシック" pitchFamily="34" charset="-128"/>
            </a:endParaRPr>
          </a:p>
        </p:txBody>
      </p:sp>
      <p:pic>
        <p:nvPicPr>
          <p:cNvPr id="5" name="Picture 4" descr="Picture 5.png"/>
          <p:cNvPicPr>
            <a:picLocks noChangeAspect="1"/>
          </p:cNvPicPr>
          <p:nvPr/>
        </p:nvPicPr>
        <p:blipFill>
          <a:blip r:embed="rId3" cstate="print"/>
          <a:srcRect/>
          <a:stretch>
            <a:fillRect/>
          </a:stretch>
        </p:blipFill>
        <p:spPr bwMode="auto">
          <a:xfrm>
            <a:off x="3004187" y="1174750"/>
            <a:ext cx="2991610" cy="5263242"/>
          </a:xfrm>
          <a:prstGeom prst="rect">
            <a:avLst/>
          </a:prstGeom>
          <a:noFill/>
          <a:ln w="9525">
            <a:noFill/>
            <a:miter lim="800000"/>
            <a:headEnd/>
            <a:tailEnd/>
          </a:ln>
        </p:spPr>
      </p:pic>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9</a:t>
            </a:fld>
            <a:endParaRPr lang="en-AU">
              <a:solidFill>
                <a:prstClr val="black">
                  <a:lumMod val="50000"/>
                  <a:lumOff val="50000"/>
                </a:prstClr>
              </a:solidFill>
            </a:endParaRPr>
          </a:p>
        </p:txBody>
      </p:sp>
      <p:sp>
        <p:nvSpPr>
          <p:cNvPr id="6" name="Rectangle 5"/>
          <p:cNvSpPr/>
          <p:nvPr/>
        </p:nvSpPr>
        <p:spPr>
          <a:xfrm>
            <a:off x="7013986" y="6625771"/>
            <a:ext cx="1232765" cy="2322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720458" y="6583463"/>
            <a:ext cx="5792993" cy="258532"/>
          </a:xfrm>
          <a:prstGeom prst="rect">
            <a:avLst/>
          </a:prstGeom>
        </p:spPr>
        <p:txBody>
          <a:bodyPr wrap="square">
            <a:spAutoFit/>
          </a:bodyPr>
          <a:lstStyle/>
          <a:p>
            <a:pPr defTabSz="703402" eaLnBrk="0" fontAlgn="base" hangingPunct="0">
              <a:lnSpc>
                <a:spcPct val="90000"/>
              </a:lnSpc>
              <a:spcBef>
                <a:spcPct val="20000"/>
              </a:spcBef>
              <a:spcAft>
                <a:spcPct val="0"/>
              </a:spcAft>
              <a:defRPr/>
            </a:pPr>
            <a:r>
              <a:rPr lang="en-AU" sz="1200" dirty="0" err="1">
                <a:solidFill>
                  <a:prstClr val="black">
                    <a:lumMod val="75000"/>
                    <a:lumOff val="25000"/>
                  </a:prstClr>
                </a:solidFill>
                <a:ea typeface="ＭＳ Ｐゴシック" pitchFamily="34" charset="-128"/>
              </a:rPr>
              <a:t>Recker</a:t>
            </a:r>
            <a:r>
              <a:rPr lang="en-AU" sz="1200" dirty="0">
                <a:solidFill>
                  <a:prstClr val="black">
                    <a:lumMod val="75000"/>
                    <a:lumOff val="25000"/>
                  </a:prstClr>
                </a:solidFill>
                <a:ea typeface="ＭＳ Ｐゴシック" pitchFamily="34" charset="-128"/>
              </a:rPr>
              <a:t> et al., How novices model business processes, Proceedings of BPM, Springer, 2010</a:t>
            </a:r>
          </a:p>
        </p:txBody>
      </p:sp>
    </p:spTree>
    <p:extLst>
      <p:ext uri="{BB962C8B-B14F-4D97-AF65-F5344CB8AC3E}">
        <p14:creationId xmlns:p14="http://schemas.microsoft.com/office/powerpoint/2010/main" val="99454184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1"/>
          <p:cNvSpPr>
            <a:spLocks noGrp="1"/>
          </p:cNvSpPr>
          <p:nvPr>
            <p:ph type="title"/>
          </p:nvPr>
        </p:nvSpPr>
        <p:spPr/>
        <p:txBody>
          <a:bodyPr/>
          <a:lstStyle/>
          <a:p>
            <a:r>
              <a:rPr lang="en-AU" dirty="0"/>
              <a:t>Some other ways of modelling...</a:t>
            </a:r>
          </a:p>
        </p:txBody>
      </p:sp>
      <p:sp>
        <p:nvSpPr>
          <p:cNvPr id="7" name="Rectangle 6"/>
          <p:cNvSpPr/>
          <p:nvPr/>
        </p:nvSpPr>
        <p:spPr bwMode="auto">
          <a:xfrm>
            <a:off x="5397500" y="914400"/>
            <a:ext cx="2578100" cy="520700"/>
          </a:xfrm>
          <a:prstGeom prst="rect">
            <a:avLst/>
          </a:prstGeom>
          <a:solidFill>
            <a:schemeClr val="bg1"/>
          </a:solidFill>
          <a:ln w="9525" cap="flat" cmpd="sng" algn="ctr">
            <a:noFill/>
            <a:prstDash val="solid"/>
            <a:round/>
            <a:headEnd type="none" w="med" len="med"/>
            <a:tailEnd type="none" w="med" len="med"/>
          </a:ln>
          <a:effectLst>
            <a:outerShdw blurRad="50800" dist="50800" dir="5400000" algn="ctr" rotWithShape="0">
              <a:schemeClr val="bg1"/>
            </a:outerShdw>
          </a:effectLst>
        </p:spPr>
        <p:txBody>
          <a:bodyPr/>
          <a:lstStyle/>
          <a:p>
            <a:pPr algn="ctr" eaLnBrk="0" fontAlgn="base" hangingPunct="0">
              <a:spcBef>
                <a:spcPct val="0"/>
              </a:spcBef>
              <a:spcAft>
                <a:spcPct val="0"/>
              </a:spcAft>
              <a:defRPr/>
            </a:pPr>
            <a:endParaRPr lang="en-AU" sz="2200">
              <a:solidFill>
                <a:prstClr val="black"/>
              </a:solidFill>
              <a:latin typeface="Arial" charset="0"/>
              <a:ea typeface="ＭＳ Ｐゴシック" pitchFamily="34" charset="-128"/>
            </a:endParaRPr>
          </a:p>
        </p:txBody>
      </p:sp>
      <p:pic>
        <p:nvPicPr>
          <p:cNvPr id="5" name="Picture 4" descr="Picture 7.png"/>
          <p:cNvPicPr>
            <a:picLocks noChangeAspect="1"/>
          </p:cNvPicPr>
          <p:nvPr/>
        </p:nvPicPr>
        <p:blipFill>
          <a:blip r:embed="rId3" cstate="print"/>
          <a:srcRect/>
          <a:stretch>
            <a:fillRect/>
          </a:stretch>
        </p:blipFill>
        <p:spPr bwMode="auto">
          <a:xfrm>
            <a:off x="0" y="1311276"/>
            <a:ext cx="8749248" cy="3739696"/>
          </a:xfrm>
          <a:prstGeom prst="rect">
            <a:avLst/>
          </a:prstGeom>
          <a:noFill/>
          <a:ln w="9525">
            <a:noFill/>
            <a:miter lim="800000"/>
            <a:headEnd/>
            <a:tailEnd/>
          </a:ln>
        </p:spPr>
      </p:pic>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10</a:t>
            </a:fld>
            <a:endParaRPr lang="en-AU">
              <a:solidFill>
                <a:prstClr val="black">
                  <a:lumMod val="50000"/>
                  <a:lumOff val="50000"/>
                </a:prstClr>
              </a:solidFill>
            </a:endParaRPr>
          </a:p>
        </p:txBody>
      </p:sp>
      <p:sp>
        <p:nvSpPr>
          <p:cNvPr id="6" name="Oval 5"/>
          <p:cNvSpPr/>
          <p:nvPr/>
        </p:nvSpPr>
        <p:spPr bwMode="auto">
          <a:xfrm>
            <a:off x="4118610" y="2461986"/>
            <a:ext cx="1663700" cy="1562100"/>
          </a:xfrm>
          <a:prstGeom prst="ellipse">
            <a:avLst/>
          </a:prstGeom>
          <a:noFill/>
          <a:ln w="57150" cap="flat" cmpd="sng" algn="ctr">
            <a:solidFill>
              <a:srgbClr val="CC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AU" sz="2400">
              <a:solidFill>
                <a:prstClr val="black"/>
              </a:solidFill>
              <a:latin typeface="Times New Roman" pitchFamily="-106" charset="0"/>
            </a:endParaRPr>
          </a:p>
        </p:txBody>
      </p:sp>
      <p:sp>
        <p:nvSpPr>
          <p:cNvPr id="3" name="Rectangle 2"/>
          <p:cNvSpPr/>
          <p:nvPr/>
        </p:nvSpPr>
        <p:spPr>
          <a:xfrm>
            <a:off x="7013986" y="6625771"/>
            <a:ext cx="1232765" cy="2322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720458" y="6583463"/>
            <a:ext cx="5792993" cy="258532"/>
          </a:xfrm>
          <a:prstGeom prst="rect">
            <a:avLst/>
          </a:prstGeom>
        </p:spPr>
        <p:txBody>
          <a:bodyPr wrap="square">
            <a:spAutoFit/>
          </a:bodyPr>
          <a:lstStyle/>
          <a:p>
            <a:pPr defTabSz="703402" eaLnBrk="0" fontAlgn="base" hangingPunct="0">
              <a:lnSpc>
                <a:spcPct val="90000"/>
              </a:lnSpc>
              <a:spcBef>
                <a:spcPct val="20000"/>
              </a:spcBef>
              <a:spcAft>
                <a:spcPct val="0"/>
              </a:spcAft>
              <a:defRPr/>
            </a:pPr>
            <a:r>
              <a:rPr lang="en-AU" sz="1200" dirty="0" err="1">
                <a:solidFill>
                  <a:prstClr val="black">
                    <a:lumMod val="75000"/>
                    <a:lumOff val="25000"/>
                  </a:prstClr>
                </a:solidFill>
                <a:ea typeface="ＭＳ Ｐゴシック" pitchFamily="34" charset="-128"/>
              </a:rPr>
              <a:t>Recker</a:t>
            </a:r>
            <a:r>
              <a:rPr lang="en-AU" sz="1200" dirty="0">
                <a:solidFill>
                  <a:prstClr val="black">
                    <a:lumMod val="75000"/>
                    <a:lumOff val="25000"/>
                  </a:prstClr>
                </a:solidFill>
                <a:ea typeface="ＭＳ Ｐゴシック" pitchFamily="34" charset="-128"/>
              </a:rPr>
              <a:t> et al., How novices model business processes, Proceedings of BPM, Springer, 2010</a:t>
            </a:r>
          </a:p>
        </p:txBody>
      </p:sp>
    </p:spTree>
    <p:extLst>
      <p:ext uri="{BB962C8B-B14F-4D97-AF65-F5344CB8AC3E}">
        <p14:creationId xmlns:p14="http://schemas.microsoft.com/office/powerpoint/2010/main" val="7909093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1"/>
          <p:cNvSpPr>
            <a:spLocks noGrp="1"/>
          </p:cNvSpPr>
          <p:nvPr>
            <p:ph type="title"/>
          </p:nvPr>
        </p:nvSpPr>
        <p:spPr/>
        <p:txBody>
          <a:bodyPr/>
          <a:lstStyle/>
          <a:p>
            <a:r>
              <a:rPr lang="en-AU" dirty="0"/>
              <a:t>Some other ways of modelling...</a:t>
            </a:r>
          </a:p>
        </p:txBody>
      </p:sp>
      <p:sp>
        <p:nvSpPr>
          <p:cNvPr id="7" name="Rectangle 6"/>
          <p:cNvSpPr/>
          <p:nvPr/>
        </p:nvSpPr>
        <p:spPr bwMode="auto">
          <a:xfrm>
            <a:off x="5397500" y="914400"/>
            <a:ext cx="2578100" cy="520700"/>
          </a:xfrm>
          <a:prstGeom prst="rect">
            <a:avLst/>
          </a:prstGeom>
          <a:solidFill>
            <a:schemeClr val="bg1"/>
          </a:solidFill>
          <a:ln w="9525" cap="flat" cmpd="sng" algn="ctr">
            <a:noFill/>
            <a:prstDash val="solid"/>
            <a:round/>
            <a:headEnd type="none" w="med" len="med"/>
            <a:tailEnd type="none" w="med" len="med"/>
          </a:ln>
          <a:effectLst>
            <a:outerShdw blurRad="50800" dist="50800" dir="5400000" algn="ctr" rotWithShape="0">
              <a:schemeClr val="bg1"/>
            </a:outerShdw>
          </a:effectLst>
        </p:spPr>
        <p:txBody>
          <a:bodyPr/>
          <a:lstStyle/>
          <a:p>
            <a:pPr algn="ctr" eaLnBrk="0" fontAlgn="base" hangingPunct="0">
              <a:spcBef>
                <a:spcPct val="0"/>
              </a:spcBef>
              <a:spcAft>
                <a:spcPct val="0"/>
              </a:spcAft>
              <a:defRPr/>
            </a:pPr>
            <a:endParaRPr lang="en-AU" sz="2200">
              <a:solidFill>
                <a:prstClr val="black"/>
              </a:solidFill>
              <a:latin typeface="Arial" charset="0"/>
              <a:ea typeface="ＭＳ Ｐゴシック" pitchFamily="34" charset="-128"/>
            </a:endParaRPr>
          </a:p>
        </p:txBody>
      </p:sp>
      <p:pic>
        <p:nvPicPr>
          <p:cNvPr id="5" name="Picture 4" descr="Picture 9.png"/>
          <p:cNvPicPr>
            <a:picLocks noChangeAspect="1"/>
          </p:cNvPicPr>
          <p:nvPr/>
        </p:nvPicPr>
        <p:blipFill>
          <a:blip r:embed="rId3" cstate="print"/>
          <a:srcRect/>
          <a:stretch>
            <a:fillRect/>
          </a:stretch>
        </p:blipFill>
        <p:spPr bwMode="auto">
          <a:xfrm>
            <a:off x="0" y="1038225"/>
            <a:ext cx="8258175" cy="4405313"/>
          </a:xfrm>
          <a:prstGeom prst="rect">
            <a:avLst/>
          </a:prstGeom>
          <a:noFill/>
          <a:ln w="9525">
            <a:noFill/>
            <a:miter lim="800000"/>
            <a:headEnd/>
            <a:tailEnd/>
          </a:ln>
        </p:spPr>
      </p:pic>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11</a:t>
            </a:fld>
            <a:endParaRPr lang="en-AU">
              <a:solidFill>
                <a:prstClr val="black">
                  <a:lumMod val="50000"/>
                  <a:lumOff val="50000"/>
                </a:prstClr>
              </a:solidFill>
            </a:endParaRPr>
          </a:p>
        </p:txBody>
      </p:sp>
      <p:sp>
        <p:nvSpPr>
          <p:cNvPr id="6" name="Rectangle 5"/>
          <p:cNvSpPr/>
          <p:nvPr/>
        </p:nvSpPr>
        <p:spPr>
          <a:xfrm>
            <a:off x="7013986" y="6625771"/>
            <a:ext cx="1232765" cy="2322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720458" y="6583463"/>
            <a:ext cx="5792993" cy="258532"/>
          </a:xfrm>
          <a:prstGeom prst="rect">
            <a:avLst/>
          </a:prstGeom>
        </p:spPr>
        <p:txBody>
          <a:bodyPr wrap="square">
            <a:spAutoFit/>
          </a:bodyPr>
          <a:lstStyle/>
          <a:p>
            <a:pPr defTabSz="703402" eaLnBrk="0" fontAlgn="base" hangingPunct="0">
              <a:lnSpc>
                <a:spcPct val="90000"/>
              </a:lnSpc>
              <a:spcBef>
                <a:spcPct val="20000"/>
              </a:spcBef>
              <a:spcAft>
                <a:spcPct val="0"/>
              </a:spcAft>
              <a:defRPr/>
            </a:pPr>
            <a:r>
              <a:rPr lang="en-AU" sz="1200" dirty="0" err="1">
                <a:solidFill>
                  <a:prstClr val="black">
                    <a:lumMod val="75000"/>
                    <a:lumOff val="25000"/>
                  </a:prstClr>
                </a:solidFill>
                <a:ea typeface="ＭＳ Ｐゴシック" pitchFamily="34" charset="-128"/>
              </a:rPr>
              <a:t>Recker</a:t>
            </a:r>
            <a:r>
              <a:rPr lang="en-AU" sz="1200" dirty="0">
                <a:solidFill>
                  <a:prstClr val="black">
                    <a:lumMod val="75000"/>
                    <a:lumOff val="25000"/>
                  </a:prstClr>
                </a:solidFill>
                <a:ea typeface="ＭＳ Ｐゴシック" pitchFamily="34" charset="-128"/>
              </a:rPr>
              <a:t> et al., How novices model business processes, Proceedings of BPM, Springer, 2010</a:t>
            </a:r>
          </a:p>
        </p:txBody>
      </p:sp>
    </p:spTree>
    <p:extLst>
      <p:ext uri="{BB962C8B-B14F-4D97-AF65-F5344CB8AC3E}">
        <p14:creationId xmlns:p14="http://schemas.microsoft.com/office/powerpoint/2010/main" val="262095920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Placeholder 4"/>
          <p:cNvSpPr>
            <a:spLocks noGrp="1"/>
          </p:cNvSpPr>
          <p:nvPr>
            <p:ph idx="1"/>
          </p:nvPr>
        </p:nvSpPr>
        <p:spPr/>
        <p:txBody>
          <a:bodyPr/>
          <a:lstStyle/>
          <a:p>
            <a:r>
              <a:rPr lang="en-AU" dirty="0"/>
              <a:t>Different representation of concepts</a:t>
            </a:r>
          </a:p>
          <a:p>
            <a:r>
              <a:rPr lang="en-AU" dirty="0"/>
              <a:t>Different level of granularity</a:t>
            </a:r>
          </a:p>
          <a:p>
            <a:r>
              <a:rPr lang="en-AU" dirty="0"/>
              <a:t>Different level of scope</a:t>
            </a:r>
          </a:p>
          <a:p>
            <a:r>
              <a:rPr lang="en-AU" dirty="0"/>
              <a:t>Different terminology</a:t>
            </a:r>
          </a:p>
          <a:p>
            <a:endParaRPr lang="en-AU" dirty="0"/>
          </a:p>
          <a:p>
            <a:pPr>
              <a:buFont typeface="Calibri" panose="020F0502020204030204" pitchFamily="34" charset="0"/>
              <a:buChar char="→"/>
            </a:pPr>
            <a:r>
              <a:rPr lang="en-AU" dirty="0"/>
              <a:t>What is the </a:t>
            </a:r>
            <a:r>
              <a:rPr lang="en-AU" i="1" dirty="0"/>
              <a:t>right</a:t>
            </a:r>
            <a:r>
              <a:rPr lang="en-AU" dirty="0"/>
              <a:t> process model?</a:t>
            </a:r>
          </a:p>
        </p:txBody>
      </p:sp>
      <p:sp>
        <p:nvSpPr>
          <p:cNvPr id="67585" name="Title 1"/>
          <p:cNvSpPr>
            <a:spLocks noGrp="1"/>
          </p:cNvSpPr>
          <p:nvPr>
            <p:ph type="title"/>
          </p:nvPr>
        </p:nvSpPr>
        <p:spPr/>
        <p:txBody>
          <a:bodyPr/>
          <a:lstStyle/>
          <a:p>
            <a:r>
              <a:rPr lang="en-AU" dirty="0"/>
              <a:t>Issues?</a:t>
            </a:r>
          </a:p>
        </p:txBody>
      </p:sp>
      <p:sp>
        <p:nvSpPr>
          <p:cNvPr id="67587" name="Lightning Bolt 5"/>
          <p:cNvSpPr>
            <a:spLocks noChangeArrowheads="1"/>
          </p:cNvSpPr>
          <p:nvPr/>
        </p:nvSpPr>
        <p:spPr bwMode="auto">
          <a:xfrm>
            <a:off x="6471557" y="1756228"/>
            <a:ext cx="1549400" cy="2133600"/>
          </a:xfrm>
          <a:prstGeom prst="lightningBolt">
            <a:avLst/>
          </a:prstGeom>
          <a:solidFill>
            <a:schemeClr val="accent1"/>
          </a:solidFill>
          <a:ln w="9525" algn="ctr">
            <a:solidFill>
              <a:schemeClr val="tx1"/>
            </a:solidFill>
            <a:round/>
            <a:headEnd/>
            <a:tailEnd/>
          </a:ln>
          <a:effectLst>
            <a:glow rad="101600">
              <a:schemeClr val="accent2">
                <a:satMod val="175000"/>
                <a:alpha val="40000"/>
              </a:schemeClr>
            </a:glow>
          </a:effectLst>
        </p:spPr>
        <p:txBody>
          <a:bodyPr/>
          <a:lstStyle/>
          <a:p>
            <a:pPr algn="ctr" eaLnBrk="0" fontAlgn="base" hangingPunct="0">
              <a:spcBef>
                <a:spcPct val="0"/>
              </a:spcBef>
              <a:spcAft>
                <a:spcPct val="0"/>
              </a:spcAft>
            </a:pPr>
            <a:endParaRPr lang="en-AU" sz="2200">
              <a:solidFill>
                <a:prstClr val="black"/>
              </a:solidFill>
              <a:latin typeface="Arial" charset="0"/>
              <a:ea typeface="ＭＳ Ｐゴシック" pitchFamily="34" charset="-128"/>
              <a:cs typeface="ＭＳ Ｐゴシック"/>
            </a:endParaRP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12</a:t>
            </a:fld>
            <a:endParaRPr lang="en-AU">
              <a:solidFill>
                <a:prstClr val="black">
                  <a:lumMod val="50000"/>
                  <a:lumOff val="50000"/>
                </a:prstClr>
              </a:solidFill>
            </a:endParaRPr>
          </a:p>
        </p:txBody>
      </p:sp>
    </p:spTree>
    <p:extLst>
      <p:ext uri="{BB962C8B-B14F-4D97-AF65-F5344CB8AC3E}">
        <p14:creationId xmlns:p14="http://schemas.microsoft.com/office/powerpoint/2010/main" val="11931507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7586">
                                            <p:txEl>
                                              <p:pRg st="0" end="0"/>
                                            </p:txEl>
                                          </p:spTgt>
                                        </p:tgtEl>
                                        <p:attrNameLst>
                                          <p:attrName>style.visibility</p:attrName>
                                        </p:attrNameLst>
                                      </p:cBhvr>
                                      <p:to>
                                        <p:strVal val="visible"/>
                                      </p:to>
                                    </p:set>
                                    <p:animEffect transition="in" filter="wipe(up)">
                                      <p:cBhvr>
                                        <p:cTn id="7" dur="500"/>
                                        <p:tgtEl>
                                          <p:spTgt spid="675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7586">
                                            <p:txEl>
                                              <p:pRg st="1" end="1"/>
                                            </p:txEl>
                                          </p:spTgt>
                                        </p:tgtEl>
                                        <p:attrNameLst>
                                          <p:attrName>style.visibility</p:attrName>
                                        </p:attrNameLst>
                                      </p:cBhvr>
                                      <p:to>
                                        <p:strVal val="visible"/>
                                      </p:to>
                                    </p:set>
                                    <p:animEffect transition="in" filter="wipe(up)">
                                      <p:cBhvr>
                                        <p:cTn id="12" dur="500"/>
                                        <p:tgtEl>
                                          <p:spTgt spid="6758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7586">
                                            <p:txEl>
                                              <p:pRg st="2" end="2"/>
                                            </p:txEl>
                                          </p:spTgt>
                                        </p:tgtEl>
                                        <p:attrNameLst>
                                          <p:attrName>style.visibility</p:attrName>
                                        </p:attrNameLst>
                                      </p:cBhvr>
                                      <p:to>
                                        <p:strVal val="visible"/>
                                      </p:to>
                                    </p:set>
                                    <p:animEffect transition="in" filter="wipe(up)">
                                      <p:cBhvr>
                                        <p:cTn id="17" dur="500"/>
                                        <p:tgtEl>
                                          <p:spTgt spid="6758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7586">
                                            <p:txEl>
                                              <p:pRg st="3" end="3"/>
                                            </p:txEl>
                                          </p:spTgt>
                                        </p:tgtEl>
                                        <p:attrNameLst>
                                          <p:attrName>style.visibility</p:attrName>
                                        </p:attrNameLst>
                                      </p:cBhvr>
                                      <p:to>
                                        <p:strVal val="visible"/>
                                      </p:to>
                                    </p:set>
                                    <p:animEffect transition="in" filter="wipe(up)">
                                      <p:cBhvr>
                                        <p:cTn id="22" dur="500"/>
                                        <p:tgtEl>
                                          <p:spTgt spid="6758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67586">
                                            <p:txEl>
                                              <p:pRg st="5" end="5"/>
                                            </p:txEl>
                                          </p:spTgt>
                                        </p:tgtEl>
                                        <p:attrNameLst>
                                          <p:attrName>style.visibility</p:attrName>
                                        </p:attrNameLst>
                                      </p:cBhvr>
                                      <p:to>
                                        <p:strVal val="visible"/>
                                      </p:to>
                                    </p:set>
                                    <p:animEffect transition="in" filter="wipe(up)">
                                      <p:cBhvr>
                                        <p:cTn id="27" dur="500"/>
                                        <p:tgtEl>
                                          <p:spTgt spid="6758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83139" name="Picture 3" descr="model1"/>
          <p:cNvPicPr>
            <a:picLocks noChangeAspect="1" noChangeArrowheads="1"/>
          </p:cNvPicPr>
          <p:nvPr/>
        </p:nvPicPr>
        <p:blipFill>
          <a:blip r:embed="rId3"/>
          <a:srcRect/>
          <a:stretch>
            <a:fillRect/>
          </a:stretch>
        </p:blipFill>
        <p:spPr bwMode="auto">
          <a:xfrm>
            <a:off x="740020" y="1669074"/>
            <a:ext cx="2732942" cy="3174023"/>
          </a:xfrm>
          <a:prstGeom prst="rect">
            <a:avLst/>
          </a:prstGeom>
          <a:ln>
            <a:noFill/>
          </a:ln>
          <a:effectLst>
            <a:outerShdw blurRad="292100" dist="139700" dir="2700000" algn="tl" rotWithShape="0">
              <a:srgbClr val="333333">
                <a:alpha val="65000"/>
              </a:srgbClr>
            </a:outerShdw>
          </a:effectLst>
        </p:spPr>
      </p:pic>
      <p:pic>
        <p:nvPicPr>
          <p:cNvPr id="1883140" name="Picture 4" descr="Aerobase%20Flyer%20model"/>
          <p:cNvPicPr>
            <a:picLocks noGrp="1" noChangeAspect="1" noChangeArrowheads="1"/>
          </p:cNvPicPr>
          <p:nvPr>
            <p:ph sz="half" idx="2"/>
          </p:nvPr>
        </p:nvPicPr>
        <p:blipFill>
          <a:blip r:embed="rId4"/>
          <a:srcRect/>
          <a:stretch>
            <a:fillRect/>
          </a:stretch>
        </p:blipFill>
        <p:spPr>
          <a:xfrm>
            <a:off x="4740520" y="2017835"/>
            <a:ext cx="3884734" cy="2353408"/>
          </a:xfrm>
          <a:effectLst>
            <a:outerShdw blurRad="292100" dist="139700" dir="2700000" algn="tl" rotWithShape="0">
              <a:srgbClr val="333333">
                <a:alpha val="65000"/>
              </a:srgbClr>
            </a:outerShdw>
          </a:effectLst>
        </p:spPr>
      </p:pic>
      <p:grpSp>
        <p:nvGrpSpPr>
          <p:cNvPr id="4" name="Group 3"/>
          <p:cNvGrpSpPr/>
          <p:nvPr/>
        </p:nvGrpSpPr>
        <p:grpSpPr>
          <a:xfrm>
            <a:off x="1308845" y="1410496"/>
            <a:ext cx="4678892" cy="4728001"/>
            <a:chOff x="1417915" y="1242287"/>
            <a:chExt cx="5068800" cy="5122001"/>
          </a:xfrm>
        </p:grpSpPr>
        <p:grpSp>
          <p:nvGrpSpPr>
            <p:cNvPr id="2" name="Group 5"/>
            <p:cNvGrpSpPr>
              <a:grpSpLocks/>
            </p:cNvGrpSpPr>
            <p:nvPr/>
          </p:nvGrpSpPr>
          <p:grpSpPr bwMode="auto">
            <a:xfrm>
              <a:off x="2685376" y="1242287"/>
              <a:ext cx="3801339" cy="5122001"/>
              <a:chOff x="3121" y="760"/>
              <a:chExt cx="2431" cy="3422"/>
            </a:xfrm>
          </p:grpSpPr>
          <p:graphicFrame>
            <p:nvGraphicFramePr>
              <p:cNvPr id="18438" name="Object 6"/>
              <p:cNvGraphicFramePr>
                <a:graphicFrameLocks noChangeAspect="1"/>
              </p:cNvGraphicFramePr>
              <p:nvPr/>
            </p:nvGraphicFramePr>
            <p:xfrm>
              <a:off x="3121" y="760"/>
              <a:ext cx="2286" cy="1245"/>
            </p:xfrm>
            <a:graphic>
              <a:graphicData uri="http://schemas.openxmlformats.org/presentationml/2006/ole">
                <mc:AlternateContent xmlns:mc="http://schemas.openxmlformats.org/markup-compatibility/2006">
                  <mc:Choice xmlns:v="urn:schemas-microsoft-com:vml" Requires="v">
                    <p:oleObj name="VISIO" r:id="rId5" imgW="5816009" imgH="2975597" progId="Visio.Drawing.11">
                      <p:embed/>
                    </p:oleObj>
                  </mc:Choice>
                  <mc:Fallback>
                    <p:oleObj name="VISIO" r:id="rId5" imgW="5816009" imgH="2975597"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1" y="760"/>
                            <a:ext cx="2286" cy="1245"/>
                          </a:xfrm>
                          <a:prstGeom prst="rect">
                            <a:avLst/>
                          </a:prstGeom>
                          <a:noFill/>
                          <a:ln>
                            <a:noFill/>
                          </a:ln>
                          <a:effectLst/>
                        </p:spPr>
                      </p:pic>
                    </p:oleObj>
                  </mc:Fallback>
                </mc:AlternateContent>
              </a:graphicData>
            </a:graphic>
          </p:graphicFrame>
          <p:pic>
            <p:nvPicPr>
              <p:cNvPr id="18439" name="Picture 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529" y="1694"/>
                <a:ext cx="1023" cy="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aphicFrame>
          <p:nvGraphicFramePr>
            <p:cNvPr id="3" name="Object 2"/>
            <p:cNvGraphicFramePr>
              <a:graphicFrameLocks noChangeAspect="1"/>
            </p:cNvGraphicFramePr>
            <p:nvPr/>
          </p:nvGraphicFramePr>
          <p:xfrm>
            <a:off x="1417915" y="3515491"/>
            <a:ext cx="3469140" cy="986795"/>
          </p:xfrm>
          <a:graphic>
            <a:graphicData uri="http://schemas.openxmlformats.org/presentationml/2006/ole">
              <mc:AlternateContent xmlns:mc="http://schemas.openxmlformats.org/markup-compatibility/2006">
                <mc:Choice xmlns:v="urn:schemas-microsoft-com:vml" Requires="v">
                  <p:oleObj name="Visio" r:id="rId8" imgW="9293162" imgH="2863691" progId="Visio.Drawing.11">
                    <p:embed/>
                  </p:oleObj>
                </mc:Choice>
                <mc:Fallback>
                  <p:oleObj name="Visio" r:id="rId8" imgW="9293162" imgH="2863691" progId="Visio.Drawing.11">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17915" y="3515491"/>
                          <a:ext cx="3469140" cy="986795"/>
                        </a:xfrm>
                        <a:prstGeom prst="rect">
                          <a:avLst/>
                        </a:prstGeom>
                        <a:noFill/>
                        <a:ln>
                          <a:noFill/>
                        </a:ln>
                        <a:effectLst/>
                      </p:spPr>
                    </p:pic>
                  </p:oleObj>
                </mc:Fallback>
              </mc:AlternateContent>
            </a:graphicData>
          </a:graphic>
        </p:graphicFrame>
      </p:grpSp>
      <p:sp>
        <p:nvSpPr>
          <p:cNvPr id="5" name="Title 4"/>
          <p:cNvSpPr>
            <a:spLocks noGrp="1"/>
          </p:cNvSpPr>
          <p:nvPr>
            <p:ph type="title"/>
          </p:nvPr>
        </p:nvSpPr>
        <p:spPr/>
        <p:txBody>
          <a:bodyPr>
            <a:normAutofit/>
          </a:bodyPr>
          <a:lstStyle/>
          <a:p>
            <a:pPr algn="l"/>
            <a:r>
              <a:rPr lang="en-US" sz="3200" dirty="0">
                <a:solidFill>
                  <a:srgbClr val="C00000"/>
                </a:solidFill>
              </a:rPr>
              <a:t>What is a model?</a:t>
            </a:r>
          </a:p>
        </p:txBody>
      </p:sp>
      <p:sp>
        <p:nvSpPr>
          <p:cNvPr id="6" name="Slide Number Placeholder 5"/>
          <p:cNvSpPr>
            <a:spLocks noGrp="1"/>
          </p:cNvSpPr>
          <p:nvPr>
            <p:ph type="sldNum" sz="quarter" idx="10"/>
          </p:nvPr>
        </p:nvSpPr>
        <p:spPr/>
        <p:txBody>
          <a:bodyPr/>
          <a:lstStyle/>
          <a:p>
            <a:pPr>
              <a:defRPr/>
            </a:pPr>
            <a:fld id="{C868A3D3-424C-46E2-8E4A-7029C04BAF7D}" type="slidenum">
              <a:rPr lang="de-DE" smtClean="0">
                <a:solidFill>
                  <a:prstClr val="black">
                    <a:lumMod val="50000"/>
                    <a:lumOff val="50000"/>
                  </a:prstClr>
                </a:solidFill>
              </a:rPr>
              <a:pPr>
                <a:defRPr/>
              </a:pPr>
              <a:t>13</a:t>
            </a:fld>
            <a:endParaRPr lang="de-DE">
              <a:solidFill>
                <a:prstClr val="black">
                  <a:lumMod val="50000"/>
                  <a:lumOff val="50000"/>
                </a:prstClr>
              </a:solidFill>
            </a:endParaRPr>
          </a:p>
        </p:txBody>
      </p:sp>
    </p:spTree>
    <p:extLst>
      <p:ext uri="{BB962C8B-B14F-4D97-AF65-F5344CB8AC3E}">
        <p14:creationId xmlns:p14="http://schemas.microsoft.com/office/powerpoint/2010/main" val="16064751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xit" presetSubtype="0" fill="hold" nodeType="clickEffect">
                                  <p:stCondLst>
                                    <p:cond delay="0"/>
                                  </p:stCondLst>
                                  <p:childTnLst>
                                    <p:animEffect transition="out" filter="dissolve">
                                      <p:cBhvr>
                                        <p:cTn id="6" dur="500"/>
                                        <p:tgtEl>
                                          <p:spTgt spid="1883139"/>
                                        </p:tgtEl>
                                      </p:cBhvr>
                                    </p:animEffect>
                                    <p:set>
                                      <p:cBhvr>
                                        <p:cTn id="7" dur="1" fill="hold">
                                          <p:stCondLst>
                                            <p:cond delay="499"/>
                                          </p:stCondLst>
                                        </p:cTn>
                                        <p:tgtEl>
                                          <p:spTgt spid="1883139"/>
                                        </p:tgtEl>
                                        <p:attrNameLst>
                                          <p:attrName>style.visibility</p:attrName>
                                        </p:attrNameLst>
                                      </p:cBhvr>
                                      <p:to>
                                        <p:strVal val="hidden"/>
                                      </p:to>
                                    </p:set>
                                  </p:childTnLst>
                                </p:cTn>
                              </p:par>
                              <p:par>
                                <p:cTn id="8" presetID="9" presetClass="exit" presetSubtype="0" fill="hold" nodeType="withEffect">
                                  <p:stCondLst>
                                    <p:cond delay="0"/>
                                  </p:stCondLst>
                                  <p:childTnLst>
                                    <p:animEffect transition="out" filter="dissolve">
                                      <p:cBhvr>
                                        <p:cTn id="9" dur="500"/>
                                        <p:tgtEl>
                                          <p:spTgt spid="1883140"/>
                                        </p:tgtEl>
                                      </p:cBhvr>
                                    </p:animEffect>
                                    <p:set>
                                      <p:cBhvr>
                                        <p:cTn id="10" dur="1" fill="hold">
                                          <p:stCondLst>
                                            <p:cond delay="499"/>
                                          </p:stCondLst>
                                        </p:cTn>
                                        <p:tgtEl>
                                          <p:spTgt spid="1883140"/>
                                        </p:tgtEl>
                                        <p:attrNameLst>
                                          <p:attrName>style.visibility</p:attrName>
                                        </p:attrNameLst>
                                      </p:cBhvr>
                                      <p:to>
                                        <p:strVal val="hidden"/>
                                      </p:to>
                                    </p:set>
                                  </p:childTnLst>
                                </p:cTn>
                              </p:par>
                            </p:childTnLst>
                          </p:cTn>
                        </p:par>
                        <p:par>
                          <p:cTn id="11" fill="hold">
                            <p:stCondLst>
                              <p:cond delay="500"/>
                            </p:stCondLst>
                            <p:childTnLst>
                              <p:par>
                                <p:cTn id="12" presetID="52"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Scale>
                                      <p:cBhvr>
                                        <p:cTn id="14" dur="10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5" dur="1000" decel="50000" fill="hold">
                                          <p:stCondLst>
                                            <p:cond delay="0"/>
                                          </p:stCondLst>
                                        </p:cTn>
                                        <p:tgtEl>
                                          <p:spTgt spid="4"/>
                                        </p:tgtEl>
                                        <p:attrNameLst>
                                          <p:attrName>ppt_x</p:attrName>
                                          <p:attrName>ppt_y</p:attrName>
                                        </p:attrNameLst>
                                      </p:cBhvr>
                                    </p:animMotion>
                                    <p:animEffect transition="in" filter="fade">
                                      <p:cBhvr>
                                        <p:cTn id="1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type="body" idx="1"/>
          </p:nvPr>
        </p:nvSpPr>
        <p:spPr>
          <a:xfrm>
            <a:off x="2191495" y="1144711"/>
            <a:ext cx="6451883" cy="3178419"/>
          </a:xfrm>
        </p:spPr>
        <p:txBody>
          <a:bodyPr>
            <a:noAutofit/>
          </a:bodyPr>
          <a:lstStyle/>
          <a:p>
            <a:pPr marL="0" indent="0">
              <a:lnSpc>
                <a:spcPct val="120000"/>
              </a:lnSpc>
              <a:buNone/>
            </a:pPr>
            <a:r>
              <a:rPr lang="en-AU" altLang="ja-JP" sz="2000" dirty="0">
                <a:ea typeface="ＭＳ Ｐゴシック" pitchFamily="34" charset="-128"/>
              </a:rPr>
              <a:t>Models are </a:t>
            </a:r>
            <a:r>
              <a:rPr lang="en-AU" altLang="ja-JP" sz="2000" dirty="0">
                <a:solidFill>
                  <a:srgbClr val="CC0000"/>
                </a:solidFill>
                <a:ea typeface="ＭＳ Ｐゴシック" pitchFamily="34" charset="-128"/>
              </a:rPr>
              <a:t>abstractions from real world phenomena</a:t>
            </a:r>
            <a:r>
              <a:rPr lang="en-AU" altLang="ja-JP" sz="2000" dirty="0">
                <a:ea typeface="ＭＳ Ｐゴシック" pitchFamily="34" charset="-128"/>
              </a:rPr>
              <a:t>,</a:t>
            </a:r>
            <a:br>
              <a:rPr lang="en-AU" altLang="ja-JP" sz="2000" dirty="0">
                <a:ea typeface="ＭＳ Ｐゴシック" pitchFamily="34" charset="-128"/>
              </a:rPr>
            </a:br>
            <a:r>
              <a:rPr lang="en-AU" altLang="ja-JP" sz="2000" dirty="0">
                <a:ea typeface="ＭＳ Ｐゴシック" pitchFamily="34" charset="-128"/>
              </a:rPr>
              <a:t>developed for the purpose of </a:t>
            </a:r>
            <a:r>
              <a:rPr lang="en-AU" altLang="ja-JP" sz="2000" dirty="0">
                <a:solidFill>
                  <a:srgbClr val="CC0000"/>
                </a:solidFill>
                <a:ea typeface="ＭＳ Ｐゴシック" pitchFamily="34" charset="-128"/>
              </a:rPr>
              <a:t>reducing overall complexity</a:t>
            </a:r>
            <a:r>
              <a:rPr lang="en-AU" altLang="ja-JP" sz="2000" dirty="0">
                <a:ea typeface="ＭＳ Ｐゴシック" pitchFamily="34" charset="-128"/>
              </a:rPr>
              <a:t>.</a:t>
            </a:r>
          </a:p>
          <a:p>
            <a:pPr marL="0" indent="0">
              <a:lnSpc>
                <a:spcPct val="120000"/>
              </a:lnSpc>
              <a:buNone/>
            </a:pPr>
            <a:endParaRPr lang="en-AU" altLang="ja-JP" sz="1400" dirty="0">
              <a:ea typeface="ＭＳ Ｐゴシック" pitchFamily="34" charset="-128"/>
            </a:endParaRPr>
          </a:p>
          <a:p>
            <a:pPr marL="0" indent="0">
              <a:lnSpc>
                <a:spcPct val="120000"/>
              </a:lnSpc>
              <a:buNone/>
            </a:pPr>
            <a:endParaRPr lang="en-AU" altLang="ja-JP" dirty="0">
              <a:ea typeface="ＭＳ Ｐゴシック" pitchFamily="34" charset="-128"/>
            </a:endParaRPr>
          </a:p>
          <a:p>
            <a:pPr marL="0" indent="0">
              <a:lnSpc>
                <a:spcPct val="120000"/>
              </a:lnSpc>
              <a:buNone/>
            </a:pPr>
            <a:r>
              <a:rPr lang="en-AU" altLang="ja-JP" sz="2000" dirty="0">
                <a:ea typeface="ＭＳ Ｐゴシック" pitchFamily="34" charset="-128"/>
              </a:rPr>
              <a:t>Models</a:t>
            </a:r>
            <a:r>
              <a:rPr lang="en-AU" altLang="ja-JP" sz="2000" dirty="0">
                <a:solidFill>
                  <a:srgbClr val="003366"/>
                </a:solidFill>
                <a:ea typeface="ＭＳ Ｐゴシック" pitchFamily="34" charset="-128"/>
              </a:rPr>
              <a:t> </a:t>
            </a:r>
            <a:r>
              <a:rPr lang="en-AU" altLang="ja-JP" sz="2000" dirty="0">
                <a:solidFill>
                  <a:srgbClr val="CC0000"/>
                </a:solidFill>
              </a:rPr>
              <a:t>aggregate information </a:t>
            </a:r>
            <a:r>
              <a:rPr lang="en-AU" altLang="ja-JP" sz="2000" dirty="0"/>
              <a:t>and</a:t>
            </a:r>
            <a:r>
              <a:rPr lang="en-AU" altLang="ja-JP" sz="2000" dirty="0">
                <a:solidFill>
                  <a:schemeClr val="tx1">
                    <a:lumMod val="65000"/>
                    <a:lumOff val="35000"/>
                  </a:schemeClr>
                </a:solidFill>
              </a:rPr>
              <a:t> </a:t>
            </a:r>
            <a:r>
              <a:rPr lang="en-AU" altLang="ja-JP" sz="2000" dirty="0">
                <a:solidFill>
                  <a:srgbClr val="CC0000"/>
                </a:solidFill>
              </a:rPr>
              <a:t>document only relevant aspects</a:t>
            </a:r>
            <a:r>
              <a:rPr lang="en-AU" altLang="ja-JP" sz="2000" dirty="0"/>
              <a:t> of the real world </a:t>
            </a:r>
            <a:endParaRPr lang="en-AU" altLang="ja-JP" sz="2000" dirty="0">
              <a:ea typeface="ＭＳ Ｐゴシック" pitchFamily="34" charset="-128"/>
            </a:endParaRPr>
          </a:p>
          <a:p>
            <a:pPr marL="0" indent="0">
              <a:lnSpc>
                <a:spcPct val="120000"/>
              </a:lnSpc>
              <a:buNone/>
            </a:pPr>
            <a:endParaRPr lang="en-AU" altLang="ja-JP" sz="1200" dirty="0">
              <a:solidFill>
                <a:srgbClr val="003366"/>
              </a:solidFill>
              <a:ea typeface="ＭＳ Ｐゴシック" pitchFamily="34" charset="-128"/>
            </a:endParaRPr>
          </a:p>
          <a:p>
            <a:pPr marL="0" indent="0">
              <a:lnSpc>
                <a:spcPct val="120000"/>
              </a:lnSpc>
              <a:buNone/>
            </a:pPr>
            <a:endParaRPr lang="en-AU" altLang="ja-JP" sz="2000" dirty="0">
              <a:solidFill>
                <a:srgbClr val="003366"/>
              </a:solidFill>
              <a:ea typeface="ＭＳ Ｐゴシック" pitchFamily="34" charset="-128"/>
            </a:endParaRPr>
          </a:p>
          <a:p>
            <a:pPr marL="0" indent="0">
              <a:lnSpc>
                <a:spcPct val="120000"/>
              </a:lnSpc>
              <a:buNone/>
            </a:pPr>
            <a:r>
              <a:rPr lang="en-AU" altLang="ja-JP" sz="2000" dirty="0">
                <a:ea typeface="ＭＳ Ｐゴシック" pitchFamily="34" charset="-128"/>
              </a:rPr>
              <a:t>Models are being developed:</a:t>
            </a:r>
          </a:p>
          <a:p>
            <a:pPr marL="457200" indent="-457200">
              <a:buFont typeface="+mj-lt"/>
              <a:buAutoNum type="arabicPeriod"/>
            </a:pPr>
            <a:r>
              <a:rPr lang="en-AU" altLang="ja-JP" sz="2000" dirty="0">
                <a:ea typeface="ＭＳ Ｐゴシック" pitchFamily="34" charset="-128"/>
              </a:rPr>
              <a:t>in a specific </a:t>
            </a:r>
            <a:r>
              <a:rPr lang="en-AU" altLang="ja-JP" sz="2000" dirty="0">
                <a:solidFill>
                  <a:srgbClr val="CC0000"/>
                </a:solidFill>
                <a:ea typeface="ＭＳ Ｐゴシック" pitchFamily="34" charset="-128"/>
              </a:rPr>
              <a:t>modelling subject</a:t>
            </a:r>
            <a:r>
              <a:rPr lang="en-AU" altLang="ja-JP" sz="2000" dirty="0">
                <a:ea typeface="ＭＳ Ｐゴシック" pitchFamily="34" charset="-128"/>
              </a:rPr>
              <a:t> </a:t>
            </a:r>
          </a:p>
          <a:p>
            <a:pPr marL="457200" indent="-457200">
              <a:buFont typeface="+mj-lt"/>
              <a:buAutoNum type="arabicPeriod"/>
            </a:pPr>
            <a:r>
              <a:rPr lang="en-AU" altLang="ja-JP" sz="2000" dirty="0">
                <a:ea typeface="ＭＳ Ｐゴシック" pitchFamily="34" charset="-128"/>
              </a:rPr>
              <a:t>for a specific </a:t>
            </a:r>
            <a:r>
              <a:rPr lang="en-AU" altLang="ja-JP" sz="2000" dirty="0">
                <a:solidFill>
                  <a:srgbClr val="CC0000"/>
                </a:solidFill>
                <a:ea typeface="ＭＳ Ｐゴシック" pitchFamily="34" charset="-128"/>
              </a:rPr>
              <a:t>target audience</a:t>
            </a:r>
            <a:r>
              <a:rPr lang="en-AU" altLang="ja-JP" sz="2000" dirty="0">
                <a:ea typeface="ＭＳ Ｐゴシック" pitchFamily="34" charset="-128"/>
              </a:rPr>
              <a:t> </a:t>
            </a:r>
          </a:p>
          <a:p>
            <a:pPr marL="457200" indent="-457200">
              <a:buFont typeface="+mj-lt"/>
              <a:buAutoNum type="arabicPeriod"/>
            </a:pPr>
            <a:r>
              <a:rPr lang="en-AU" altLang="ja-JP" sz="2000" dirty="0">
                <a:ea typeface="ＭＳ Ｐゴシック" pitchFamily="34" charset="-128"/>
              </a:rPr>
              <a:t>with a specific </a:t>
            </a:r>
            <a:r>
              <a:rPr lang="en-AU" altLang="ja-JP" sz="2000" dirty="0">
                <a:solidFill>
                  <a:srgbClr val="CC0000"/>
                </a:solidFill>
                <a:ea typeface="ＭＳ Ｐゴシック" pitchFamily="34" charset="-128"/>
              </a:rPr>
              <a:t>modelling purpose</a:t>
            </a:r>
            <a:r>
              <a:rPr lang="en-AU" altLang="ja-JP" sz="2000" dirty="0">
                <a:ea typeface="ＭＳ Ｐゴシック" pitchFamily="34" charset="-128"/>
              </a:rPr>
              <a:t> in mind</a:t>
            </a:r>
            <a:endParaRPr lang="en-AU" altLang="ja-JP" sz="2800" dirty="0">
              <a:ea typeface="ＭＳ Ｐゴシック" pitchFamily="34" charset="-128"/>
            </a:endParaRPr>
          </a:p>
          <a:p>
            <a:pPr marL="0" indent="0">
              <a:lnSpc>
                <a:spcPct val="80000"/>
              </a:lnSpc>
              <a:buNone/>
            </a:pPr>
            <a:endParaRPr lang="en-AU" sz="1600" dirty="0">
              <a:ea typeface="ＭＳ Ｐゴシック" pitchFamily="34" charset="-128"/>
            </a:endParaRPr>
          </a:p>
        </p:txBody>
      </p:sp>
      <p:pic>
        <p:nvPicPr>
          <p:cNvPr id="19461" name="Picture 7" descr="i2439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5779" y="2852874"/>
            <a:ext cx="1839741" cy="1179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Picture 8" descr="golf_gti_matchbox"/>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2209" y="4387932"/>
            <a:ext cx="1763513" cy="117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3" name="Picture 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2209" y="1307260"/>
            <a:ext cx="1757335" cy="1240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4" name="Title 1"/>
          <p:cNvSpPr>
            <a:spLocks noGrp="1"/>
          </p:cNvSpPr>
          <p:nvPr>
            <p:ph type="title"/>
          </p:nvPr>
        </p:nvSpPr>
        <p:spPr>
          <a:xfrm>
            <a:off x="268240" y="194584"/>
            <a:ext cx="8064896" cy="792088"/>
          </a:xfrm>
        </p:spPr>
        <p:txBody>
          <a:bodyPr>
            <a:normAutofit fontScale="90000"/>
          </a:bodyPr>
          <a:lstStyle/>
          <a:p>
            <a:r>
              <a:rPr lang="en-AU" dirty="0">
                <a:ea typeface="ＭＳ Ｐゴシック" pitchFamily="34" charset="-128"/>
              </a:rPr>
              <a:t>What’s a model? A little bit on modelling theory</a:t>
            </a: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14</a:t>
            </a:fld>
            <a:endParaRPr lang="en-AU">
              <a:solidFill>
                <a:prstClr val="black">
                  <a:lumMod val="50000"/>
                  <a:lumOff val="50000"/>
                </a:prstClr>
              </a:solidFill>
            </a:endParaRPr>
          </a:p>
        </p:txBody>
      </p:sp>
    </p:spTree>
    <p:extLst>
      <p:ext uri="{BB962C8B-B14F-4D97-AF65-F5344CB8AC3E}">
        <p14:creationId xmlns:p14="http://schemas.microsoft.com/office/powerpoint/2010/main" val="2372602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15</a:t>
            </a:fld>
            <a:endParaRPr lang="en-AU">
              <a:solidFill>
                <a:prstClr val="black">
                  <a:lumMod val="50000"/>
                  <a:lumOff val="50000"/>
                </a:prstClr>
              </a:solidFill>
            </a:endParaRPr>
          </a:p>
        </p:txBody>
      </p:sp>
      <p:sp>
        <p:nvSpPr>
          <p:cNvPr id="5" name="Text Box 5"/>
          <p:cNvSpPr txBox="1">
            <a:spLocks noChangeArrowheads="1"/>
          </p:cNvSpPr>
          <p:nvPr/>
        </p:nvSpPr>
        <p:spPr bwMode="auto">
          <a:xfrm>
            <a:off x="2768601" y="3432831"/>
            <a:ext cx="3335914" cy="523220"/>
          </a:xfrm>
          <a:prstGeom prst="rect">
            <a:avLst/>
          </a:prstGeom>
          <a:noFill/>
          <a:ln w="9525">
            <a:noFill/>
            <a:miter lim="800000"/>
            <a:headEnd/>
            <a:tailEnd/>
          </a:ln>
          <a:effectLst/>
        </p:spPr>
        <p:txBody>
          <a:bodyPr wrap="none">
            <a:spAutoFit/>
          </a:bodyPr>
          <a:lstStyle/>
          <a:p>
            <a:pPr algn="ctr" eaLnBrk="0" fontAlgn="base" hangingPunct="0">
              <a:spcBef>
                <a:spcPct val="0"/>
              </a:spcBef>
              <a:spcAft>
                <a:spcPct val="0"/>
              </a:spcAft>
              <a:defRPr/>
            </a:pPr>
            <a:r>
              <a:rPr lang="en-AU" sz="2800" dirty="0">
                <a:solidFill>
                  <a:prstClr val="black">
                    <a:lumMod val="75000"/>
                    <a:lumOff val="25000"/>
                  </a:prstClr>
                </a:solidFill>
                <a:ea typeface="ＭＳ Ｐゴシック" pitchFamily="34" charset="-128"/>
              </a:rPr>
              <a:t>no right/wrong, but…</a:t>
            </a:r>
          </a:p>
        </p:txBody>
      </p:sp>
      <p:sp>
        <p:nvSpPr>
          <p:cNvPr id="11" name="Rectangle 10"/>
          <p:cNvSpPr/>
          <p:nvPr/>
        </p:nvSpPr>
        <p:spPr>
          <a:xfrm>
            <a:off x="2102970" y="4722213"/>
            <a:ext cx="4645200" cy="1024467"/>
          </a:xfrm>
          <a:prstGeom prst="rect">
            <a:avLst/>
          </a:prstGeom>
          <a:noFill/>
          <a:ln w="38100">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4000" dirty="0">
                <a:solidFill>
                  <a:prstClr val="black">
                    <a:lumMod val="65000"/>
                    <a:lumOff val="35000"/>
                  </a:prstClr>
                </a:solidFill>
              </a:rPr>
              <a:t>relevant/irrelevant model</a:t>
            </a:r>
          </a:p>
        </p:txBody>
      </p:sp>
      <p:pic>
        <p:nvPicPr>
          <p:cNvPr id="6" name="Picture 4" descr="smart-ca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640" y="927312"/>
            <a:ext cx="3026020" cy="189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descr="Smart-ForTwo-Sketch-2-lg"/>
          <p:cNvPicPr>
            <a:picLocks noChangeAspect="1" noChangeArrowheads="1"/>
          </p:cNvPicPr>
          <p:nvPr/>
        </p:nvPicPr>
        <p:blipFill>
          <a:blip r:embed="rId4" cstate="print">
            <a:extLst>
              <a:ext uri="{BEBA8EAE-BF5A-486C-A8C5-ECC9F3942E4B}">
                <a14:imgProps xmlns:a14="http://schemas.microsoft.com/office/drawing/2010/main">
                  <a14:imgLayer r:embed="rId5">
                    <a14:imgEffect>
                      <a14:backgroundRemoval t="9877" b="89815" l="10000" r="93469">
                        <a14:foregroundMark x1="28673" y1="39506" x2="28673" y2="39506"/>
                        <a14:foregroundMark x1="25714" y1="33025" x2="25714" y2="33025"/>
                        <a14:foregroundMark x1="32857" y1="22840" x2="32857" y2="22840"/>
                        <a14:foregroundMark x1="44592" y1="20988" x2="44592" y2="20988"/>
                        <a14:foregroundMark x1="29898" y1="40741" x2="29898" y2="40741"/>
                        <a14:foregroundMark x1="32041" y1="45833" x2="32041" y2="45833"/>
                        <a14:foregroundMark x1="39592" y1="24846" x2="39592" y2="24846"/>
                        <a14:backgroundMark x1="15102" y1="20988" x2="15102" y2="20988"/>
                        <a14:backgroundMark x1="80918" y1="20370" x2="80918" y2="20370"/>
                        <a14:backgroundMark x1="75408" y1="20370" x2="75408" y2="20370"/>
                      </a14:backgroundRemoval>
                    </a14:imgEffect>
                  </a14:imgLayer>
                </a14:imgProps>
              </a:ext>
              <a:ext uri="{28A0092B-C50C-407E-A947-70E740481C1C}">
                <a14:useLocalDpi xmlns:a14="http://schemas.microsoft.com/office/drawing/2010/main" val="0"/>
              </a:ext>
            </a:extLst>
          </a:blip>
          <a:srcRect/>
          <a:stretch>
            <a:fillRect/>
          </a:stretch>
        </p:blipFill>
        <p:spPr bwMode="auto">
          <a:xfrm>
            <a:off x="4964525" y="745088"/>
            <a:ext cx="3749142" cy="2479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utoShape 6"/>
          <p:cNvSpPr>
            <a:spLocks noChangeArrowheads="1"/>
          </p:cNvSpPr>
          <p:nvPr/>
        </p:nvSpPr>
        <p:spPr bwMode="auto">
          <a:xfrm rot="16200000" flipH="1">
            <a:off x="4260191" y="1494905"/>
            <a:ext cx="346878" cy="469307"/>
          </a:xfrm>
          <a:prstGeom prst="downArrow">
            <a:avLst>
              <a:gd name="adj1" fmla="val 50000"/>
              <a:gd name="adj2" fmla="val 71642"/>
            </a:avLst>
          </a:prstGeom>
          <a:gradFill rotWithShape="1">
            <a:gsLst>
              <a:gs pos="0">
                <a:schemeClr val="accent1">
                  <a:gamma/>
                  <a:shade val="46275"/>
                  <a:invGamma/>
                </a:schemeClr>
              </a:gs>
              <a:gs pos="100000">
                <a:schemeClr val="accent1"/>
              </a:gs>
            </a:gsLst>
            <a:lin ang="5400000" scaled="1"/>
          </a:gradFill>
          <a:ln w="9525" algn="ctr">
            <a:solidFill>
              <a:schemeClr val="tx1"/>
            </a:solidFill>
            <a:miter lim="800000"/>
            <a:headEnd/>
            <a:tailEnd/>
          </a:ln>
          <a:effectLst/>
        </p:spPr>
        <p:txBody>
          <a:bodyPr wrap="square" anchor="ctr">
            <a:spAutoFit/>
          </a:bodyPr>
          <a:lstStyle/>
          <a:p>
            <a:pPr>
              <a:defRPr/>
            </a:pPr>
            <a:endParaRPr lang="en-AU" sz="1662">
              <a:solidFill>
                <a:prstClr val="black"/>
              </a:solidFill>
            </a:endParaRPr>
          </a:p>
        </p:txBody>
      </p:sp>
    </p:spTree>
    <p:extLst>
      <p:ext uri="{BB962C8B-B14F-4D97-AF65-F5344CB8AC3E}">
        <p14:creationId xmlns:p14="http://schemas.microsoft.com/office/powerpoint/2010/main" val="524221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style.rotation</p:attrName>
                                        </p:attrNameLst>
                                      </p:cBhvr>
                                      <p:tavLst>
                                        <p:tav tm="0">
                                          <p:val>
                                            <p:fltVal val="90"/>
                                          </p:val>
                                        </p:tav>
                                        <p:tav tm="100000">
                                          <p:val>
                                            <p:fltVal val="0"/>
                                          </p:val>
                                        </p:tav>
                                      </p:tavLst>
                                    </p:anim>
                                    <p:animEffect transition="in" filter="fade">
                                      <p:cBhvr>
                                        <p:cTn id="1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218" name="Picture 2" descr="\\psf\Home\Documents\Dropbox\Publications\Book\BPMTextbook\source\examples\ch3_Buildin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1075" y="1539073"/>
            <a:ext cx="2441751" cy="1831314"/>
          </a:xfrm>
          <a:prstGeom prst="rect">
            <a:avLst/>
          </a:prstGeom>
          <a:noFill/>
          <a:extLst>
            <a:ext uri="{909E8E84-426E-40DD-AFC4-6F175D3DCCD1}">
              <a14:hiddenFill xmlns:a14="http://schemas.microsoft.com/office/drawing/2010/main">
                <a:solidFill>
                  <a:srgbClr val="FFFFFF"/>
                </a:solidFill>
              </a14:hiddenFill>
            </a:ext>
          </a:extLst>
        </p:spPr>
      </p:pic>
      <p:pic>
        <p:nvPicPr>
          <p:cNvPr id="137219" name="Picture 3" descr="\\psf\Home\Documents\Dropbox\Publications\Book\BPMTextbook\source\examples\ch3_BuildingBlueprint.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31393" y="4328984"/>
            <a:ext cx="2813539" cy="1841989"/>
          </a:xfrm>
          <a:prstGeom prst="rect">
            <a:avLst/>
          </a:prstGeom>
          <a:noFill/>
          <a:extLst>
            <a:ext uri="{909E8E84-426E-40DD-AFC4-6F175D3DCCD1}">
              <a14:hiddenFill xmlns:a14="http://schemas.microsoft.com/office/drawing/2010/main">
                <a:solidFill>
                  <a:srgbClr val="FFFFFF"/>
                </a:solidFill>
              </a14:hiddenFill>
            </a:ext>
          </a:extLst>
        </p:spPr>
      </p:pic>
      <p:pic>
        <p:nvPicPr>
          <p:cNvPr id="137220" name="Picture 4" descr="\\psf\Home\Documents\Dropbox\Publications\Book\BPMTextbook\source\examples\ch3_BuildingTimber.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7576" y="4136845"/>
            <a:ext cx="3339402" cy="2226269"/>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6"/>
          <p:cNvSpPr>
            <a:spLocks noChangeArrowheads="1"/>
          </p:cNvSpPr>
          <p:nvPr/>
        </p:nvSpPr>
        <p:spPr bwMode="auto">
          <a:xfrm rot="2256725">
            <a:off x="2145855" y="3182241"/>
            <a:ext cx="346878" cy="526232"/>
          </a:xfrm>
          <a:prstGeom prst="downArrow">
            <a:avLst>
              <a:gd name="adj1" fmla="val 50000"/>
              <a:gd name="adj2" fmla="val 71642"/>
            </a:avLst>
          </a:prstGeom>
          <a:gradFill rotWithShape="1">
            <a:gsLst>
              <a:gs pos="0">
                <a:schemeClr val="accent1">
                  <a:gamma/>
                  <a:shade val="46275"/>
                  <a:invGamma/>
                </a:schemeClr>
              </a:gs>
              <a:gs pos="100000">
                <a:schemeClr val="accent1"/>
              </a:gs>
            </a:gsLst>
            <a:lin ang="5400000" scaled="1"/>
          </a:gradFill>
          <a:ln w="9525" algn="ctr">
            <a:solidFill>
              <a:schemeClr val="tx1"/>
            </a:solidFill>
            <a:miter lim="800000"/>
            <a:headEnd/>
            <a:tailEnd/>
          </a:ln>
          <a:effectLst/>
        </p:spPr>
        <p:txBody>
          <a:bodyPr wrap="square" anchor="ctr">
            <a:spAutoFit/>
          </a:bodyPr>
          <a:lstStyle/>
          <a:p>
            <a:pPr algn="ctr" eaLnBrk="0" fontAlgn="base" hangingPunct="0">
              <a:spcBef>
                <a:spcPct val="0"/>
              </a:spcBef>
              <a:spcAft>
                <a:spcPct val="0"/>
              </a:spcAft>
              <a:defRPr/>
            </a:pPr>
            <a:endParaRPr lang="en-AU" sz="2031">
              <a:solidFill>
                <a:prstClr val="black"/>
              </a:solidFill>
              <a:latin typeface="Arial" charset="0"/>
              <a:ea typeface="ＭＳ Ｐゴシック" pitchFamily="34" charset="-128"/>
            </a:endParaRPr>
          </a:p>
        </p:txBody>
      </p:sp>
      <p:sp>
        <p:nvSpPr>
          <p:cNvPr id="10" name="AutoShape 6"/>
          <p:cNvSpPr>
            <a:spLocks noChangeArrowheads="1"/>
          </p:cNvSpPr>
          <p:nvPr/>
        </p:nvSpPr>
        <p:spPr bwMode="auto">
          <a:xfrm rot="19343275" flipH="1">
            <a:off x="6640073" y="3182240"/>
            <a:ext cx="346878" cy="526232"/>
          </a:xfrm>
          <a:prstGeom prst="downArrow">
            <a:avLst>
              <a:gd name="adj1" fmla="val 50000"/>
              <a:gd name="adj2" fmla="val 71642"/>
            </a:avLst>
          </a:prstGeom>
          <a:gradFill rotWithShape="1">
            <a:gsLst>
              <a:gs pos="0">
                <a:schemeClr val="accent1">
                  <a:gamma/>
                  <a:shade val="46275"/>
                  <a:invGamma/>
                </a:schemeClr>
              </a:gs>
              <a:gs pos="100000">
                <a:schemeClr val="accent1"/>
              </a:gs>
            </a:gsLst>
            <a:lin ang="5400000" scaled="1"/>
          </a:gradFill>
          <a:ln w="9525" algn="ctr">
            <a:solidFill>
              <a:schemeClr val="tx1"/>
            </a:solidFill>
            <a:miter lim="800000"/>
            <a:headEnd/>
            <a:tailEnd/>
          </a:ln>
          <a:effectLst/>
        </p:spPr>
        <p:txBody>
          <a:bodyPr wrap="square" anchor="ctr">
            <a:spAutoFit/>
          </a:bodyPr>
          <a:lstStyle/>
          <a:p>
            <a:pPr algn="ctr" eaLnBrk="0" fontAlgn="base" hangingPunct="0">
              <a:spcBef>
                <a:spcPct val="0"/>
              </a:spcBef>
              <a:spcAft>
                <a:spcPct val="0"/>
              </a:spcAft>
              <a:defRPr/>
            </a:pPr>
            <a:endParaRPr lang="en-AU" sz="2031">
              <a:solidFill>
                <a:prstClr val="black"/>
              </a:solidFill>
              <a:latin typeface="Arial" charset="0"/>
              <a:ea typeface="ＭＳ Ｐゴシック" pitchFamily="34" charset="-128"/>
            </a:endParaRPr>
          </a:p>
        </p:txBody>
      </p:sp>
      <p:sp>
        <p:nvSpPr>
          <p:cNvPr id="3" name="Rectangle 2"/>
          <p:cNvSpPr/>
          <p:nvPr/>
        </p:nvSpPr>
        <p:spPr>
          <a:xfrm>
            <a:off x="4305309" y="4632066"/>
            <a:ext cx="513282" cy="944746"/>
          </a:xfrm>
          <a:prstGeom prst="rect">
            <a:avLst/>
          </a:prstGeom>
        </p:spPr>
        <p:txBody>
          <a:bodyPr wrap="none">
            <a:spAutoFit/>
          </a:bodyPr>
          <a:lstStyle/>
          <a:p>
            <a:pPr algn="ctr" eaLnBrk="0" fontAlgn="base" hangingPunct="0">
              <a:spcBef>
                <a:spcPct val="0"/>
              </a:spcBef>
              <a:spcAft>
                <a:spcPct val="0"/>
              </a:spcAft>
            </a:pPr>
            <a:r>
              <a:rPr lang="de-DE" sz="5539" b="1" dirty="0">
                <a:solidFill>
                  <a:prstClr val="black">
                    <a:lumMod val="75000"/>
                    <a:lumOff val="25000"/>
                  </a:prstClr>
                </a:solidFill>
                <a:ea typeface="ＭＳ Ｐゴシック" pitchFamily="34" charset="-128"/>
              </a:rPr>
              <a:t>?</a:t>
            </a:r>
            <a:endParaRPr lang="en-AU" sz="5539" b="1" dirty="0">
              <a:solidFill>
                <a:prstClr val="black">
                  <a:lumMod val="75000"/>
                  <a:lumOff val="25000"/>
                </a:prstClr>
              </a:solidFill>
              <a:ea typeface="ＭＳ Ｐゴシック" pitchFamily="34" charset="-128"/>
            </a:endParaRPr>
          </a:p>
        </p:txBody>
      </p:sp>
      <p:sp>
        <p:nvSpPr>
          <p:cNvPr id="5" name="Title 4"/>
          <p:cNvSpPr>
            <a:spLocks noGrp="1"/>
          </p:cNvSpPr>
          <p:nvPr>
            <p:ph type="title"/>
          </p:nvPr>
        </p:nvSpPr>
        <p:spPr/>
        <p:txBody>
          <a:bodyPr/>
          <a:lstStyle/>
          <a:p>
            <a:r>
              <a:rPr lang="en-US" dirty="0"/>
              <a:t>What’s the relevant model?</a:t>
            </a: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16</a:t>
            </a:fld>
            <a:endParaRPr lang="en-AU">
              <a:solidFill>
                <a:prstClr val="black">
                  <a:lumMod val="50000"/>
                  <a:lumOff val="50000"/>
                </a:prstClr>
              </a:solidFill>
            </a:endParaRPr>
          </a:p>
        </p:txBody>
      </p:sp>
    </p:spTree>
    <p:extLst>
      <p:ext uri="{BB962C8B-B14F-4D97-AF65-F5344CB8AC3E}">
        <p14:creationId xmlns:p14="http://schemas.microsoft.com/office/powerpoint/2010/main" val="297213679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37220"/>
                                        </p:tgtEl>
                                        <p:attrNameLst>
                                          <p:attrName>style.visibility</p:attrName>
                                        </p:attrNameLst>
                                      </p:cBhvr>
                                      <p:to>
                                        <p:strVal val="visible"/>
                                      </p:to>
                                    </p:set>
                                    <p:animEffect transition="in" filter="fade">
                                      <p:cBhvr>
                                        <p:cTn id="11" dur="500"/>
                                        <p:tgtEl>
                                          <p:spTgt spid="137220"/>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up)">
                                      <p:cBhvr>
                                        <p:cTn id="15" dur="500"/>
                                        <p:tgtEl>
                                          <p:spTgt spid="10"/>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37219"/>
                                        </p:tgtEl>
                                        <p:attrNameLst>
                                          <p:attrName>style.visibility</p:attrName>
                                        </p:attrNameLst>
                                      </p:cBhvr>
                                      <p:to>
                                        <p:strVal val="visible"/>
                                      </p:to>
                                    </p:set>
                                    <p:animEffect transition="in" filter="fade">
                                      <p:cBhvr>
                                        <p:cTn id="19" dur="500"/>
                                        <p:tgtEl>
                                          <p:spTgt spid="137219"/>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r>
              <a:rPr lang="en-US">
                <a:ea typeface="ＭＳ Ｐゴシック" pitchFamily="34" charset="-128"/>
              </a:rPr>
              <a:t>Model Definition</a:t>
            </a:r>
          </a:p>
        </p:txBody>
      </p:sp>
      <p:sp>
        <p:nvSpPr>
          <p:cNvPr id="3" name="Content Placeholder 2"/>
          <p:cNvSpPr>
            <a:spLocks noGrp="1"/>
          </p:cNvSpPr>
          <p:nvPr>
            <p:ph idx="1"/>
          </p:nvPr>
        </p:nvSpPr>
        <p:spPr>
          <a:xfrm>
            <a:off x="499325" y="1042919"/>
            <a:ext cx="7667410" cy="3798277"/>
          </a:xfrm>
        </p:spPr>
        <p:txBody>
          <a:bodyPr/>
          <a:lstStyle/>
          <a:p>
            <a:pPr marL="0" indent="0">
              <a:buFontTx/>
              <a:buNone/>
            </a:pPr>
            <a:r>
              <a:rPr lang="en-US" i="1" dirty="0">
                <a:ea typeface="ＭＳ Ｐゴシック" pitchFamily="34" charset="-128"/>
              </a:rPr>
              <a:t>A model is a representation of some phenomenon of the real world made in order to facilitate an understanding of its workings. 					     </a:t>
            </a:r>
          </a:p>
          <a:p>
            <a:pPr algn="r">
              <a:buFontTx/>
              <a:buNone/>
            </a:pPr>
            <a:r>
              <a:rPr lang="en-US" sz="2000" dirty="0">
                <a:ea typeface="ＭＳ Ｐゴシック" pitchFamily="34" charset="-128"/>
              </a:rPr>
              <a:t>Oxford Dictionary</a:t>
            </a:r>
          </a:p>
          <a:p>
            <a:pPr algn="r">
              <a:buFontTx/>
              <a:buNone/>
            </a:pPr>
            <a:endParaRPr lang="en-US" sz="1800" dirty="0">
              <a:ea typeface="ＭＳ Ｐゴシック" pitchFamily="34" charset="-128"/>
            </a:endParaRPr>
          </a:p>
          <a:p>
            <a:pPr marL="457200" indent="-457200">
              <a:buFont typeface="+mj-lt"/>
              <a:buAutoNum type="arabicPeriod"/>
            </a:pPr>
            <a:r>
              <a:rPr lang="en-US" dirty="0">
                <a:ea typeface="ＭＳ Ｐゴシック" pitchFamily="34" charset="-128"/>
              </a:rPr>
              <a:t>What phenomenon matters?</a:t>
            </a:r>
          </a:p>
          <a:p>
            <a:pPr marL="457200" indent="-457200">
              <a:buFont typeface="+mj-lt"/>
              <a:buAutoNum type="arabicPeriod"/>
            </a:pPr>
            <a:r>
              <a:rPr lang="en-US" dirty="0">
                <a:ea typeface="ＭＳ Ｐゴシック" pitchFamily="34" charset="-128"/>
              </a:rPr>
              <a:t>How to represent this?</a:t>
            </a:r>
          </a:p>
          <a:p>
            <a:pPr marL="457200" indent="-457200">
              <a:buFont typeface="+mj-lt"/>
              <a:buAutoNum type="arabicPeriod"/>
            </a:pPr>
            <a:r>
              <a:rPr lang="en-US" dirty="0">
                <a:ea typeface="ＭＳ Ｐゴシック" pitchFamily="34" charset="-128"/>
              </a:rPr>
              <a:t>How to facilitate understanding?</a:t>
            </a:r>
          </a:p>
          <a:p>
            <a:pPr>
              <a:buFontTx/>
              <a:buNone/>
            </a:pPr>
            <a:endParaRPr lang="en-US" dirty="0">
              <a:ea typeface="ＭＳ Ｐゴシック" pitchFamily="34" charset="-128"/>
            </a:endParaRPr>
          </a:p>
          <a:p>
            <a:pPr>
              <a:buFontTx/>
              <a:buNone/>
            </a:pPr>
            <a:endParaRPr lang="en-US" dirty="0">
              <a:ea typeface="ＭＳ Ｐゴシック" pitchFamily="34" charset="-128"/>
            </a:endParaRPr>
          </a:p>
        </p:txBody>
      </p:sp>
      <p:sp>
        <p:nvSpPr>
          <p:cNvPr id="63492" name="Slide Number Placeholder 3"/>
          <p:cNvSpPr>
            <a:spLocks noGrp="1"/>
          </p:cNvSpPr>
          <p:nvPr>
            <p:ph type="sldNum" sz="quarter" idx="10"/>
          </p:nvPr>
        </p:nvSpPr>
        <p:spPr>
          <a:xfrm>
            <a:off x="8166735" y="6551931"/>
            <a:ext cx="569595" cy="237489"/>
          </a:xfrm>
          <a:ln/>
        </p:spPr>
        <p:txBody>
          <a:bodyPr vert="horz" lIns="91440" tIns="45720" rIns="91440" bIns="45720" rtlCol="0" anchor="ctr"/>
          <a:lstStyle/>
          <a:p>
            <a:fld id="{52F5D548-E0E4-412B-B1C0-BA6A8E3575F4}" type="slidenum">
              <a:rPr lang="de-DE" sz="1600">
                <a:solidFill>
                  <a:prstClr val="black">
                    <a:lumMod val="50000"/>
                    <a:lumOff val="50000"/>
                  </a:prstClr>
                </a:solidFill>
              </a:rPr>
              <a:pPr/>
              <a:t>17</a:t>
            </a:fld>
            <a:endParaRPr lang="de-DE" sz="1600" dirty="0">
              <a:solidFill>
                <a:prstClr val="black">
                  <a:lumMod val="50000"/>
                  <a:lumOff val="50000"/>
                </a:prstClr>
              </a:solidFill>
            </a:endParaRPr>
          </a:p>
        </p:txBody>
      </p:sp>
      <p:pic>
        <p:nvPicPr>
          <p:cNvPr id="6" name="Picture 4" descr="smart-ca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325" y="4656429"/>
            <a:ext cx="3026020" cy="189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descr="Smart-ForTwo-Sketch-2-lg"/>
          <p:cNvPicPr>
            <a:picLocks noChangeAspect="1" noChangeArrowheads="1"/>
          </p:cNvPicPr>
          <p:nvPr/>
        </p:nvPicPr>
        <p:blipFill>
          <a:blip r:embed="rId4" cstate="print">
            <a:extLst>
              <a:ext uri="{BEBA8EAE-BF5A-486C-A8C5-ECC9F3942E4B}">
                <a14:imgProps xmlns:a14="http://schemas.microsoft.com/office/drawing/2010/main">
                  <a14:imgLayer r:embed="rId5">
                    <a14:imgEffect>
                      <a14:backgroundRemoval t="9877" b="89815" l="10000" r="93469">
                        <a14:foregroundMark x1="28673" y1="39506" x2="28673" y2="39506"/>
                        <a14:foregroundMark x1="25714" y1="33025" x2="25714" y2="33025"/>
                        <a14:foregroundMark x1="32857" y1="22840" x2="32857" y2="22840"/>
                        <a14:foregroundMark x1="44592" y1="20988" x2="44592" y2="20988"/>
                        <a14:foregroundMark x1="29898" y1="40741" x2="29898" y2="40741"/>
                        <a14:foregroundMark x1="32041" y1="45833" x2="32041" y2="45833"/>
                        <a14:foregroundMark x1="39592" y1="24846" x2="39592" y2="24846"/>
                        <a14:backgroundMark x1="15102" y1="20988" x2="15102" y2="20988"/>
                        <a14:backgroundMark x1="80918" y1="20370" x2="80918" y2="20370"/>
                        <a14:backgroundMark x1="75408" y1="20370" x2="75408" y2="20370"/>
                      </a14:backgroundRemoval>
                    </a14:imgEffect>
                  </a14:imgLayer>
                </a14:imgProps>
              </a:ext>
              <a:ext uri="{28A0092B-C50C-407E-A947-70E740481C1C}">
                <a14:useLocalDpi xmlns:a14="http://schemas.microsoft.com/office/drawing/2010/main" val="0"/>
              </a:ext>
            </a:extLst>
          </a:blip>
          <a:srcRect/>
          <a:stretch>
            <a:fillRect/>
          </a:stretch>
        </p:blipFill>
        <p:spPr bwMode="auto">
          <a:xfrm>
            <a:off x="5138210" y="4474205"/>
            <a:ext cx="3749142" cy="2479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utoShape 6"/>
          <p:cNvSpPr>
            <a:spLocks noChangeArrowheads="1"/>
          </p:cNvSpPr>
          <p:nvPr/>
        </p:nvSpPr>
        <p:spPr bwMode="auto">
          <a:xfrm rot="16200000" flipH="1">
            <a:off x="4433876" y="5224022"/>
            <a:ext cx="346878" cy="469307"/>
          </a:xfrm>
          <a:prstGeom prst="downArrow">
            <a:avLst>
              <a:gd name="adj1" fmla="val 50000"/>
              <a:gd name="adj2" fmla="val 71642"/>
            </a:avLst>
          </a:prstGeom>
          <a:gradFill rotWithShape="1">
            <a:gsLst>
              <a:gs pos="0">
                <a:schemeClr val="accent1">
                  <a:gamma/>
                  <a:shade val="46275"/>
                  <a:invGamma/>
                </a:schemeClr>
              </a:gs>
              <a:gs pos="100000">
                <a:schemeClr val="accent1"/>
              </a:gs>
            </a:gsLst>
            <a:lin ang="5400000" scaled="1"/>
          </a:gradFill>
          <a:ln w="9525" algn="ctr">
            <a:solidFill>
              <a:schemeClr val="tx1"/>
            </a:solidFill>
            <a:miter lim="800000"/>
            <a:headEnd/>
            <a:tailEnd/>
          </a:ln>
          <a:effectLst/>
        </p:spPr>
        <p:txBody>
          <a:bodyPr wrap="square" anchor="ctr">
            <a:spAutoFit/>
          </a:bodyPr>
          <a:lstStyle/>
          <a:p>
            <a:pPr>
              <a:defRPr/>
            </a:pPr>
            <a:endParaRPr lang="en-AU" sz="1662">
              <a:solidFill>
                <a:prstClr val="black"/>
              </a:solidFill>
            </a:endParaRPr>
          </a:p>
        </p:txBody>
      </p:sp>
    </p:spTree>
    <p:extLst>
      <p:ext uri="{BB962C8B-B14F-4D97-AF65-F5344CB8AC3E}">
        <p14:creationId xmlns:p14="http://schemas.microsoft.com/office/powerpoint/2010/main" val="37374036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pixabay.com/static/uploads/photo/2014/11/04/08/07/mark-516278_64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37474"/>
            <a:ext cx="8832818" cy="6224377"/>
          </a:xfrm>
          <a:prstGeom prst="rect">
            <a:avLst/>
          </a:prstGeom>
          <a:noFill/>
          <a:extLst>
            <a:ext uri="{909E8E84-426E-40DD-AFC4-6F175D3DCCD1}">
              <a14:hiddenFill xmlns:a14="http://schemas.microsoft.com/office/drawing/2010/main">
                <a:solidFill>
                  <a:srgbClr val="FFFFFF"/>
                </a:solidFill>
              </a14:hiddenFill>
            </a:ext>
          </a:extLst>
        </p:spPr>
      </p:pic>
      <p:sp>
        <p:nvSpPr>
          <p:cNvPr id="30722" name="Title 1"/>
          <p:cNvSpPr>
            <a:spLocks noGrp="1"/>
          </p:cNvSpPr>
          <p:nvPr>
            <p:ph type="title"/>
          </p:nvPr>
        </p:nvSpPr>
        <p:spPr>
          <a:xfrm>
            <a:off x="237747" y="165399"/>
            <a:ext cx="8064896" cy="792088"/>
          </a:xfrm>
        </p:spPr>
        <p:txBody>
          <a:bodyPr/>
          <a:lstStyle/>
          <a:p>
            <a:r>
              <a:rPr lang="en-US" dirty="0">
                <a:ea typeface="ＭＳ Ｐゴシック" pitchFamily="-112" charset="-128"/>
              </a:rPr>
              <a:t>Our phenomenon of interest: Business Process</a:t>
            </a: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18</a:t>
            </a:fld>
            <a:endParaRPr lang="en-AU">
              <a:solidFill>
                <a:prstClr val="black">
                  <a:lumMod val="50000"/>
                  <a:lumOff val="50000"/>
                </a:prstClr>
              </a:solidFill>
            </a:endParaRPr>
          </a:p>
        </p:txBody>
      </p:sp>
    </p:spTree>
    <p:extLst>
      <p:ext uri="{BB962C8B-B14F-4D97-AF65-F5344CB8AC3E}">
        <p14:creationId xmlns:p14="http://schemas.microsoft.com/office/powerpoint/2010/main" val="27891840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a:bodyPr>
          <a:lstStyle/>
          <a:p>
            <a:r>
              <a:rPr lang="en-US" dirty="0">
                <a:ea typeface="ＭＳ Ｐゴシック" pitchFamily="34" charset="-128"/>
              </a:rPr>
              <a:t>Purposes of process modeling</a:t>
            </a:r>
          </a:p>
        </p:txBody>
      </p:sp>
      <p:graphicFrame>
        <p:nvGraphicFramePr>
          <p:cNvPr id="28" name="Object 27"/>
          <p:cNvGraphicFramePr>
            <a:graphicFrameLocks noChangeAspect="1"/>
          </p:cNvGraphicFramePr>
          <p:nvPr/>
        </p:nvGraphicFramePr>
        <p:xfrm>
          <a:off x="1835150" y="1320091"/>
          <a:ext cx="5303838" cy="4537075"/>
        </p:xfrm>
        <a:graphic>
          <a:graphicData uri="http://schemas.openxmlformats.org/presentationml/2006/ole">
            <mc:AlternateContent xmlns:mc="http://schemas.openxmlformats.org/markup-compatibility/2006">
              <mc:Choice xmlns:v="urn:schemas-microsoft-com:vml" Requires="v">
                <p:oleObj name="Visio" r:id="rId3" imgW="6911893" imgH="5913324" progId="Visio.Drawing.11">
                  <p:embed/>
                </p:oleObj>
              </mc:Choice>
              <mc:Fallback>
                <p:oleObj name="Visio" r:id="rId3" imgW="6911893" imgH="5913324" progId="Visio.Drawing.11">
                  <p:embed/>
                  <p:pic>
                    <p:nvPicPr>
                      <p:cNvPr id="0" name=""/>
                      <p:cNvPicPr>
                        <a:picLocks noChangeAspect="1" noChangeArrowheads="1"/>
                      </p:cNvPicPr>
                      <p:nvPr/>
                    </p:nvPicPr>
                    <p:blipFill>
                      <a:blip r:embed="rId4"/>
                      <a:srcRect/>
                      <a:stretch>
                        <a:fillRect/>
                      </a:stretch>
                    </p:blipFill>
                    <p:spPr bwMode="auto">
                      <a:xfrm>
                        <a:off x="1835150" y="1320091"/>
                        <a:ext cx="5303838" cy="4537075"/>
                      </a:xfrm>
                      <a:prstGeom prst="rect">
                        <a:avLst/>
                      </a:prstGeom>
                      <a:noFill/>
                      <a:ln>
                        <a:noFill/>
                      </a:ln>
                    </p:spPr>
                  </p:pic>
                </p:oleObj>
              </mc:Fallback>
            </mc:AlternateContent>
          </a:graphicData>
        </a:graphic>
      </p:graphicFrame>
      <p:graphicFrame>
        <p:nvGraphicFramePr>
          <p:cNvPr id="29" name="Object 28"/>
          <p:cNvGraphicFramePr>
            <a:graphicFrameLocks noChangeAspect="1"/>
          </p:cNvGraphicFramePr>
          <p:nvPr/>
        </p:nvGraphicFramePr>
        <p:xfrm>
          <a:off x="1835696" y="1319793"/>
          <a:ext cx="5303838" cy="4537075"/>
        </p:xfrm>
        <a:graphic>
          <a:graphicData uri="http://schemas.openxmlformats.org/presentationml/2006/ole">
            <mc:AlternateContent xmlns:mc="http://schemas.openxmlformats.org/markup-compatibility/2006">
              <mc:Choice xmlns:v="urn:schemas-microsoft-com:vml" Requires="v">
                <p:oleObj name="Visio" r:id="rId5" imgW="6911893" imgH="5913324" progId="Visio.Drawing.11">
                  <p:embed/>
                </p:oleObj>
              </mc:Choice>
              <mc:Fallback>
                <p:oleObj name="Visio" r:id="rId5" imgW="6911893" imgH="5913324" progId="Visio.Drawing.11">
                  <p:embed/>
                  <p:pic>
                    <p:nvPicPr>
                      <p:cNvPr id="0" name=""/>
                      <p:cNvPicPr>
                        <a:picLocks noChangeAspect="1" noChangeArrowheads="1"/>
                      </p:cNvPicPr>
                      <p:nvPr/>
                    </p:nvPicPr>
                    <p:blipFill>
                      <a:blip r:embed="rId6"/>
                      <a:srcRect/>
                      <a:stretch>
                        <a:fillRect/>
                      </a:stretch>
                    </p:blipFill>
                    <p:spPr bwMode="auto">
                      <a:xfrm>
                        <a:off x="1835696" y="1319793"/>
                        <a:ext cx="5303838"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 name="Object 29"/>
          <p:cNvGraphicFramePr>
            <a:graphicFrameLocks noChangeAspect="1"/>
          </p:cNvGraphicFramePr>
          <p:nvPr/>
        </p:nvGraphicFramePr>
        <p:xfrm>
          <a:off x="1849564" y="1314739"/>
          <a:ext cx="5303838" cy="4537075"/>
        </p:xfrm>
        <a:graphic>
          <a:graphicData uri="http://schemas.openxmlformats.org/presentationml/2006/ole">
            <mc:AlternateContent xmlns:mc="http://schemas.openxmlformats.org/markup-compatibility/2006">
              <mc:Choice xmlns:v="urn:schemas-microsoft-com:vml" Requires="v">
                <p:oleObj name="Visio" r:id="rId7" imgW="6911893" imgH="5913324" progId="Visio.Drawing.11">
                  <p:embed/>
                </p:oleObj>
              </mc:Choice>
              <mc:Fallback>
                <p:oleObj name="Visio" r:id="rId7" imgW="6911893" imgH="5913324" progId="Visio.Drawing.11">
                  <p:embed/>
                  <p:pic>
                    <p:nvPicPr>
                      <p:cNvPr id="0" name=""/>
                      <p:cNvPicPr>
                        <a:picLocks noChangeAspect="1" noChangeArrowheads="1"/>
                      </p:cNvPicPr>
                      <p:nvPr/>
                    </p:nvPicPr>
                    <p:blipFill>
                      <a:blip r:embed="rId8"/>
                      <a:srcRect/>
                      <a:stretch>
                        <a:fillRect/>
                      </a:stretch>
                    </p:blipFill>
                    <p:spPr bwMode="auto">
                      <a:xfrm>
                        <a:off x="1849564" y="1314739"/>
                        <a:ext cx="5303838"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 name="Object 30"/>
          <p:cNvGraphicFramePr>
            <a:graphicFrameLocks noChangeAspect="1"/>
          </p:cNvGraphicFramePr>
          <p:nvPr/>
        </p:nvGraphicFramePr>
        <p:xfrm>
          <a:off x="1849564" y="1319464"/>
          <a:ext cx="5303838" cy="4537075"/>
        </p:xfrm>
        <a:graphic>
          <a:graphicData uri="http://schemas.openxmlformats.org/presentationml/2006/ole">
            <mc:AlternateContent xmlns:mc="http://schemas.openxmlformats.org/markup-compatibility/2006">
              <mc:Choice xmlns:v="urn:schemas-microsoft-com:vml" Requires="v">
                <p:oleObj name="Visio" r:id="rId9" imgW="6911893" imgH="5913324" progId="Visio.Drawing.11">
                  <p:embed/>
                </p:oleObj>
              </mc:Choice>
              <mc:Fallback>
                <p:oleObj name="Visio" r:id="rId9" imgW="6911893" imgH="5913324" progId="Visio.Drawing.11">
                  <p:embed/>
                  <p:pic>
                    <p:nvPicPr>
                      <p:cNvPr id="0" name=""/>
                      <p:cNvPicPr>
                        <a:picLocks noChangeAspect="1" noChangeArrowheads="1"/>
                      </p:cNvPicPr>
                      <p:nvPr/>
                    </p:nvPicPr>
                    <p:blipFill>
                      <a:blip r:embed="rId10"/>
                      <a:srcRect/>
                      <a:stretch>
                        <a:fillRect/>
                      </a:stretch>
                    </p:blipFill>
                    <p:spPr bwMode="auto">
                      <a:xfrm>
                        <a:off x="1849564" y="1319464"/>
                        <a:ext cx="5303838"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 name="Object 31"/>
          <p:cNvGraphicFramePr>
            <a:graphicFrameLocks noChangeAspect="1"/>
          </p:cNvGraphicFramePr>
          <p:nvPr/>
        </p:nvGraphicFramePr>
        <p:xfrm>
          <a:off x="1835647" y="1319464"/>
          <a:ext cx="5303838" cy="4537075"/>
        </p:xfrm>
        <a:graphic>
          <a:graphicData uri="http://schemas.openxmlformats.org/presentationml/2006/ole">
            <mc:AlternateContent xmlns:mc="http://schemas.openxmlformats.org/markup-compatibility/2006">
              <mc:Choice xmlns:v="urn:schemas-microsoft-com:vml" Requires="v">
                <p:oleObj name="Visio" r:id="rId11" imgW="6911893" imgH="5913324" progId="Visio.Drawing.11">
                  <p:embed/>
                </p:oleObj>
              </mc:Choice>
              <mc:Fallback>
                <p:oleObj name="Visio" r:id="rId11" imgW="6911893" imgH="5913324" progId="Visio.Drawing.11">
                  <p:embed/>
                  <p:pic>
                    <p:nvPicPr>
                      <p:cNvPr id="0" name=""/>
                      <p:cNvPicPr>
                        <a:picLocks noChangeAspect="1" noChangeArrowheads="1"/>
                      </p:cNvPicPr>
                      <p:nvPr/>
                    </p:nvPicPr>
                    <p:blipFill>
                      <a:blip r:embed="rId12"/>
                      <a:srcRect/>
                      <a:stretch>
                        <a:fillRect/>
                      </a:stretch>
                    </p:blipFill>
                    <p:spPr bwMode="auto">
                      <a:xfrm>
                        <a:off x="1835647" y="1319464"/>
                        <a:ext cx="5303838"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 name="Object 32"/>
          <p:cNvGraphicFramePr>
            <a:graphicFrameLocks noChangeAspect="1"/>
          </p:cNvGraphicFramePr>
          <p:nvPr/>
        </p:nvGraphicFramePr>
        <p:xfrm>
          <a:off x="1835696" y="1319793"/>
          <a:ext cx="5303838" cy="4537075"/>
        </p:xfrm>
        <a:graphic>
          <a:graphicData uri="http://schemas.openxmlformats.org/presentationml/2006/ole">
            <mc:AlternateContent xmlns:mc="http://schemas.openxmlformats.org/markup-compatibility/2006">
              <mc:Choice xmlns:v="urn:schemas-microsoft-com:vml" Requires="v">
                <p:oleObj name="Visio" r:id="rId13" imgW="6911893" imgH="5913324" progId="Visio.Drawing.11">
                  <p:embed/>
                </p:oleObj>
              </mc:Choice>
              <mc:Fallback>
                <p:oleObj name="Visio" r:id="rId13" imgW="6911893" imgH="5913324" progId="Visio.Drawing.11">
                  <p:embed/>
                  <p:pic>
                    <p:nvPicPr>
                      <p:cNvPr id="0" name=""/>
                      <p:cNvPicPr>
                        <a:picLocks noChangeAspect="1" noChangeArrowheads="1"/>
                      </p:cNvPicPr>
                      <p:nvPr/>
                    </p:nvPicPr>
                    <p:blipFill>
                      <a:blip r:embed="rId14"/>
                      <a:srcRect/>
                      <a:stretch>
                        <a:fillRect/>
                      </a:stretch>
                    </p:blipFill>
                    <p:spPr bwMode="auto">
                      <a:xfrm>
                        <a:off x="1835696" y="1319793"/>
                        <a:ext cx="5303838"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 name="Object 33"/>
          <p:cNvGraphicFramePr>
            <a:graphicFrameLocks noChangeAspect="1"/>
          </p:cNvGraphicFramePr>
          <p:nvPr/>
        </p:nvGraphicFramePr>
        <p:xfrm>
          <a:off x="1849438" y="1320091"/>
          <a:ext cx="5303837" cy="4537075"/>
        </p:xfrm>
        <a:graphic>
          <a:graphicData uri="http://schemas.openxmlformats.org/presentationml/2006/ole">
            <mc:AlternateContent xmlns:mc="http://schemas.openxmlformats.org/markup-compatibility/2006">
              <mc:Choice xmlns:v="urn:schemas-microsoft-com:vml" Requires="v">
                <p:oleObj name="Visio" r:id="rId15" imgW="6911893" imgH="5913324" progId="Visio.Drawing.11">
                  <p:embed/>
                </p:oleObj>
              </mc:Choice>
              <mc:Fallback>
                <p:oleObj name="Visio" r:id="rId15" imgW="6911893" imgH="5913324" progId="Visio.Drawing.11">
                  <p:embed/>
                  <p:pic>
                    <p:nvPicPr>
                      <p:cNvPr id="0" name=""/>
                      <p:cNvPicPr>
                        <a:picLocks noChangeAspect="1" noChangeArrowheads="1"/>
                      </p:cNvPicPr>
                      <p:nvPr/>
                    </p:nvPicPr>
                    <p:blipFill>
                      <a:blip r:embed="rId16"/>
                      <a:srcRect/>
                      <a:stretch>
                        <a:fillRect/>
                      </a:stretch>
                    </p:blipFill>
                    <p:spPr bwMode="auto">
                      <a:xfrm>
                        <a:off x="1849438" y="1320091"/>
                        <a:ext cx="5303837"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6" name="Picture 4" descr="\\psf\Home\Desktop\pics\ch3_PurchaseOrder3.jpg"/>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79512" y="4294522"/>
            <a:ext cx="1627828" cy="943677"/>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 descr="\\psf\Home\Desktop\pics\ch3_PurchaseOrder1.jpg"/>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flipV="1">
            <a:off x="6627373" y="2692748"/>
            <a:ext cx="1728192" cy="196771"/>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42" descr="\\psf\Home\Desktop\pics\ch10_final.jpg"/>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3442228" y="6053674"/>
            <a:ext cx="1837423" cy="464266"/>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19</a:t>
            </a:fld>
            <a:endParaRPr lang="en-AU">
              <a:solidFill>
                <a:prstClr val="black">
                  <a:lumMod val="50000"/>
                  <a:lumOff val="50000"/>
                </a:prstClr>
              </a:solidFill>
            </a:endParaRPr>
          </a:p>
        </p:txBody>
      </p:sp>
      <p:sp>
        <p:nvSpPr>
          <p:cNvPr id="20" name="Rounded Rectangle 19"/>
          <p:cNvSpPr/>
          <p:nvPr/>
        </p:nvSpPr>
        <p:spPr bwMode="auto">
          <a:xfrm>
            <a:off x="3828174" y="2435809"/>
            <a:ext cx="1288974" cy="692151"/>
          </a:xfrm>
          <a:prstGeom prst="roundRect">
            <a:avLst/>
          </a:prstGeom>
          <a:noFill/>
          <a:ln w="57150" cap="flat" cmpd="sng" algn="ctr">
            <a:solidFill>
              <a:srgbClr val="C0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AU" sz="2400">
              <a:solidFill>
                <a:prstClr val="black"/>
              </a:solidFill>
              <a:latin typeface="Times New Roman" pitchFamily="-106" charset="0"/>
              <a:ea typeface="ＭＳ Ｐゴシック" pitchFamily="34" charset="-128"/>
            </a:endParaRPr>
          </a:p>
        </p:txBody>
      </p:sp>
      <p:sp>
        <p:nvSpPr>
          <p:cNvPr id="24" name="Rounded Rectangle 23"/>
          <p:cNvSpPr/>
          <p:nvPr/>
        </p:nvSpPr>
        <p:spPr bwMode="auto">
          <a:xfrm>
            <a:off x="4980985" y="5111748"/>
            <a:ext cx="1288974" cy="692151"/>
          </a:xfrm>
          <a:prstGeom prst="roundRect">
            <a:avLst/>
          </a:prstGeom>
          <a:noFill/>
          <a:ln w="57150" cap="flat" cmpd="sng" algn="ctr">
            <a:solidFill>
              <a:srgbClr val="C0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AU" sz="2400">
              <a:solidFill>
                <a:prstClr val="black"/>
              </a:solidFill>
              <a:latin typeface="Times New Roman" pitchFamily="-106" charset="0"/>
              <a:ea typeface="ＭＳ Ｐゴシック" pitchFamily="34" charset="-128"/>
            </a:endParaRPr>
          </a:p>
        </p:txBody>
      </p:sp>
      <p:sp>
        <p:nvSpPr>
          <p:cNvPr id="25" name="Rounded Rectangle 24"/>
          <p:cNvSpPr/>
          <p:nvPr/>
        </p:nvSpPr>
        <p:spPr bwMode="auto">
          <a:xfrm>
            <a:off x="2606421" y="5101530"/>
            <a:ext cx="1288974" cy="692151"/>
          </a:xfrm>
          <a:prstGeom prst="roundRect">
            <a:avLst/>
          </a:prstGeom>
          <a:noFill/>
          <a:ln w="57150" cap="flat" cmpd="sng" algn="ctr">
            <a:solidFill>
              <a:srgbClr val="C0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AU" sz="2400">
              <a:solidFill>
                <a:prstClr val="black"/>
              </a:solidFill>
              <a:latin typeface="Times New Roman" pitchFamily="-106" charset="0"/>
              <a:ea typeface="ＭＳ Ｐゴシック" pitchFamily="34" charset="-128"/>
            </a:endParaRPr>
          </a:p>
        </p:txBody>
      </p:sp>
      <p:sp>
        <p:nvSpPr>
          <p:cNvPr id="3" name="Rectangle 2"/>
          <p:cNvSpPr/>
          <p:nvPr/>
        </p:nvSpPr>
        <p:spPr>
          <a:xfrm>
            <a:off x="4679276" y="2119978"/>
            <a:ext cx="1277095" cy="1941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endParaRPr>
          </a:p>
        </p:txBody>
      </p:sp>
      <p:sp>
        <p:nvSpPr>
          <p:cNvPr id="26" name="Rectangle 25"/>
          <p:cNvSpPr/>
          <p:nvPr/>
        </p:nvSpPr>
        <p:spPr>
          <a:xfrm>
            <a:off x="6269959" y="4509658"/>
            <a:ext cx="1277095" cy="59736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endParaRPr>
          </a:p>
        </p:txBody>
      </p:sp>
      <p:sp>
        <p:nvSpPr>
          <p:cNvPr id="27" name="Rectangle 26"/>
          <p:cNvSpPr/>
          <p:nvPr/>
        </p:nvSpPr>
        <p:spPr>
          <a:xfrm>
            <a:off x="6129205" y="4725495"/>
            <a:ext cx="1277095" cy="2653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endParaRPr>
          </a:p>
        </p:txBody>
      </p:sp>
      <p:sp>
        <p:nvSpPr>
          <p:cNvPr id="41" name="Rectangle 40"/>
          <p:cNvSpPr/>
          <p:nvPr/>
        </p:nvSpPr>
        <p:spPr>
          <a:xfrm>
            <a:off x="1972139" y="2643306"/>
            <a:ext cx="1277095" cy="36256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endParaRPr>
          </a:p>
        </p:txBody>
      </p:sp>
      <p:sp>
        <p:nvSpPr>
          <p:cNvPr id="42" name="Rectangle 41"/>
          <p:cNvSpPr/>
          <p:nvPr/>
        </p:nvSpPr>
        <p:spPr>
          <a:xfrm>
            <a:off x="5489520" y="2609511"/>
            <a:ext cx="884955" cy="19498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endParaRPr>
          </a:p>
        </p:txBody>
      </p:sp>
      <p:sp>
        <p:nvSpPr>
          <p:cNvPr id="43" name="Rectangle 42"/>
          <p:cNvSpPr/>
          <p:nvPr/>
        </p:nvSpPr>
        <p:spPr>
          <a:xfrm>
            <a:off x="5689701" y="2824590"/>
            <a:ext cx="811223" cy="14347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endParaRPr>
          </a:p>
        </p:txBody>
      </p:sp>
      <p:sp>
        <p:nvSpPr>
          <p:cNvPr id="44" name="Rectangle 43"/>
          <p:cNvSpPr/>
          <p:nvPr/>
        </p:nvSpPr>
        <p:spPr>
          <a:xfrm>
            <a:off x="4021510" y="5510745"/>
            <a:ext cx="811223" cy="29315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endParaRPr>
          </a:p>
        </p:txBody>
      </p:sp>
      <p:sp>
        <p:nvSpPr>
          <p:cNvPr id="45" name="Rectangle 44"/>
          <p:cNvSpPr/>
          <p:nvPr/>
        </p:nvSpPr>
        <p:spPr>
          <a:xfrm>
            <a:off x="1972139" y="4504588"/>
            <a:ext cx="699544" cy="454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prstClr val="white"/>
              </a:solidFill>
            </a:endParaRPr>
          </a:p>
        </p:txBody>
      </p:sp>
      <p:sp>
        <p:nvSpPr>
          <p:cNvPr id="4" name="TextBox 3"/>
          <p:cNvSpPr txBox="1"/>
          <p:nvPr/>
        </p:nvSpPr>
        <p:spPr>
          <a:xfrm>
            <a:off x="227496" y="1212746"/>
            <a:ext cx="2687007" cy="1200329"/>
          </a:xfrm>
          <a:prstGeom prst="rect">
            <a:avLst/>
          </a:prstGeom>
          <a:noFill/>
        </p:spPr>
        <p:txBody>
          <a:bodyPr wrap="square" rtlCol="0">
            <a:spAutoFit/>
          </a:bodyPr>
          <a:lstStyle/>
          <a:p>
            <a:pPr marL="285750" indent="-285750">
              <a:buFont typeface="Arial" panose="020B0604020202020204" pitchFamily="34" charset="0"/>
              <a:buChar char="•"/>
            </a:pPr>
            <a:r>
              <a:rPr lang="en-AU" dirty="0">
                <a:solidFill>
                  <a:prstClr val="black">
                    <a:lumMod val="75000"/>
                    <a:lumOff val="25000"/>
                  </a:prstClr>
                </a:solidFill>
              </a:rPr>
              <a:t>documentation</a:t>
            </a:r>
          </a:p>
          <a:p>
            <a:pPr marL="285750" indent="-285750">
              <a:buFont typeface="Arial" panose="020B0604020202020204" pitchFamily="34" charset="0"/>
              <a:buChar char="•"/>
            </a:pPr>
            <a:r>
              <a:rPr lang="en-AU" dirty="0">
                <a:solidFill>
                  <a:prstClr val="black">
                    <a:lumMod val="75000"/>
                    <a:lumOff val="25000"/>
                  </a:prstClr>
                </a:solidFill>
              </a:rPr>
              <a:t>communication</a:t>
            </a:r>
          </a:p>
          <a:p>
            <a:pPr marL="285750" indent="-285750">
              <a:buFont typeface="Arial" panose="020B0604020202020204" pitchFamily="34" charset="0"/>
              <a:buChar char="•"/>
            </a:pPr>
            <a:r>
              <a:rPr lang="en-AU" dirty="0">
                <a:solidFill>
                  <a:prstClr val="black">
                    <a:lumMod val="75000"/>
                    <a:lumOff val="25000"/>
                  </a:prstClr>
                </a:solidFill>
              </a:rPr>
              <a:t>activity-based costing</a:t>
            </a:r>
          </a:p>
          <a:p>
            <a:pPr marL="285750" indent="-285750">
              <a:buFont typeface="Arial" panose="020B0604020202020204" pitchFamily="34" charset="0"/>
              <a:buChar char="•"/>
            </a:pPr>
            <a:r>
              <a:rPr lang="en-AU" dirty="0">
                <a:solidFill>
                  <a:prstClr val="black">
                    <a:lumMod val="75000"/>
                    <a:lumOff val="25000"/>
                  </a:prstClr>
                </a:solidFill>
              </a:rPr>
              <a:t>simulation...</a:t>
            </a:r>
          </a:p>
        </p:txBody>
      </p:sp>
      <p:sp>
        <p:nvSpPr>
          <p:cNvPr id="46" name="TextBox 45"/>
          <p:cNvSpPr txBox="1"/>
          <p:nvPr/>
        </p:nvSpPr>
        <p:spPr>
          <a:xfrm>
            <a:off x="229644" y="2304121"/>
            <a:ext cx="2687007" cy="923330"/>
          </a:xfrm>
          <a:prstGeom prst="rect">
            <a:avLst/>
          </a:prstGeom>
          <a:noFill/>
        </p:spPr>
        <p:txBody>
          <a:bodyPr wrap="square" rtlCol="0">
            <a:spAutoFit/>
          </a:bodyPr>
          <a:lstStyle/>
          <a:p>
            <a:pPr marL="285750" indent="-285750">
              <a:buFont typeface="Arial" panose="020B0604020202020204" pitchFamily="34" charset="0"/>
              <a:buChar char="•"/>
            </a:pPr>
            <a:r>
              <a:rPr lang="en-AU" dirty="0">
                <a:solidFill>
                  <a:prstClr val="black">
                    <a:lumMod val="75000"/>
                    <a:lumOff val="25000"/>
                  </a:prstClr>
                </a:solidFill>
              </a:rPr>
              <a:t>benchmarking</a:t>
            </a:r>
          </a:p>
          <a:p>
            <a:pPr marL="285750" indent="-285750">
              <a:buFont typeface="Arial" panose="020B0604020202020204" pitchFamily="34" charset="0"/>
              <a:buChar char="•"/>
            </a:pPr>
            <a:r>
              <a:rPr lang="en-AU" dirty="0">
                <a:solidFill>
                  <a:prstClr val="black">
                    <a:lumMod val="75000"/>
                    <a:lumOff val="25000"/>
                  </a:prstClr>
                </a:solidFill>
              </a:rPr>
              <a:t>certification</a:t>
            </a:r>
          </a:p>
          <a:p>
            <a:pPr marL="285750" indent="-285750">
              <a:buFont typeface="Arial" panose="020B0604020202020204" pitchFamily="34" charset="0"/>
              <a:buChar char="•"/>
            </a:pPr>
            <a:endParaRPr lang="en-AU" dirty="0">
              <a:solidFill>
                <a:prstClr val="black">
                  <a:lumMod val="75000"/>
                  <a:lumOff val="25000"/>
                </a:prstClr>
              </a:solidFill>
            </a:endParaRPr>
          </a:p>
        </p:txBody>
      </p:sp>
      <p:sp>
        <p:nvSpPr>
          <p:cNvPr id="47" name="TextBox 46"/>
          <p:cNvSpPr txBox="1"/>
          <p:nvPr/>
        </p:nvSpPr>
        <p:spPr>
          <a:xfrm>
            <a:off x="229644" y="2843123"/>
            <a:ext cx="2811717" cy="1754326"/>
          </a:xfrm>
          <a:prstGeom prst="rect">
            <a:avLst/>
          </a:prstGeom>
          <a:noFill/>
        </p:spPr>
        <p:txBody>
          <a:bodyPr wrap="square" rtlCol="0">
            <a:spAutoFit/>
          </a:bodyPr>
          <a:lstStyle/>
          <a:p>
            <a:pPr marL="285750" indent="-285750">
              <a:buFont typeface="Arial" panose="020B0604020202020204" pitchFamily="34" charset="0"/>
              <a:buChar char="•"/>
            </a:pPr>
            <a:r>
              <a:rPr lang="en-AU" dirty="0">
                <a:solidFill>
                  <a:prstClr val="black">
                    <a:lumMod val="75000"/>
                    <a:lumOff val="25000"/>
                  </a:prstClr>
                </a:solidFill>
              </a:rPr>
              <a:t>workflow management</a:t>
            </a:r>
          </a:p>
          <a:p>
            <a:pPr marL="285750" indent="-285750">
              <a:buFont typeface="Arial" panose="020B0604020202020204" pitchFamily="34" charset="0"/>
              <a:buChar char="•"/>
            </a:pPr>
            <a:r>
              <a:rPr lang="en-AU" dirty="0">
                <a:solidFill>
                  <a:prstClr val="black">
                    <a:lumMod val="75000"/>
                    <a:lumOff val="25000"/>
                  </a:prstClr>
                </a:solidFill>
              </a:rPr>
              <a:t>software development</a:t>
            </a:r>
          </a:p>
          <a:p>
            <a:pPr marL="285750" indent="-285750">
              <a:buFont typeface="Arial" panose="020B0604020202020204" pitchFamily="34" charset="0"/>
              <a:buChar char="•"/>
            </a:pPr>
            <a:r>
              <a:rPr lang="en-AU" dirty="0">
                <a:solidFill>
                  <a:prstClr val="black">
                    <a:lumMod val="75000"/>
                    <a:lumOff val="25000"/>
                  </a:prstClr>
                </a:solidFill>
              </a:rPr>
              <a:t>integration</a:t>
            </a:r>
          </a:p>
          <a:p>
            <a:pPr marL="285750" indent="-285750">
              <a:buFont typeface="Arial" panose="020B0604020202020204" pitchFamily="34" charset="0"/>
              <a:buChar char="•"/>
            </a:pPr>
            <a:r>
              <a:rPr lang="en-AU" dirty="0">
                <a:solidFill>
                  <a:prstClr val="black">
                    <a:lumMod val="75000"/>
                    <a:lumOff val="25000"/>
                  </a:prstClr>
                </a:solidFill>
              </a:rPr>
              <a:t>testing</a:t>
            </a:r>
          </a:p>
          <a:p>
            <a:pPr marL="285750" indent="-285750">
              <a:buFont typeface="Arial" panose="020B0604020202020204" pitchFamily="34" charset="0"/>
              <a:buChar char="•"/>
            </a:pPr>
            <a:r>
              <a:rPr lang="en-AU" dirty="0">
                <a:solidFill>
                  <a:prstClr val="black">
                    <a:lumMod val="75000"/>
                    <a:lumOff val="25000"/>
                  </a:prstClr>
                </a:solidFill>
              </a:rPr>
              <a:t>…</a:t>
            </a:r>
          </a:p>
          <a:p>
            <a:pPr marL="285750" indent="-285750">
              <a:buFont typeface="Arial" panose="020B0604020202020204" pitchFamily="34" charset="0"/>
              <a:buChar char="•"/>
            </a:pPr>
            <a:endParaRPr lang="en-AU" dirty="0">
              <a:solidFill>
                <a:prstClr val="black">
                  <a:lumMod val="75000"/>
                  <a:lumOff val="25000"/>
                </a:prstClr>
              </a:solidFill>
            </a:endParaRPr>
          </a:p>
        </p:txBody>
      </p:sp>
    </p:spTree>
    <p:extLst>
      <p:ext uri="{BB962C8B-B14F-4D97-AF65-F5344CB8AC3E}">
        <p14:creationId xmlns:p14="http://schemas.microsoft.com/office/powerpoint/2010/main" val="34990956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par>
                          <p:cTn id="8" fill="hold">
                            <p:stCondLst>
                              <p:cond delay="500"/>
                            </p:stCondLst>
                            <p:childTnLst>
                              <p:par>
                                <p:cTn id="9" presetID="10" presetClass="exit" presetSubtype="0" fill="hold" grpId="0" nodeType="afterEffect">
                                  <p:stCondLst>
                                    <p:cond delay="0"/>
                                  </p:stCondLst>
                                  <p:childTnLst>
                                    <p:animEffect transition="out" filter="fade">
                                      <p:cBhvr>
                                        <p:cTn id="10" dur="500"/>
                                        <p:tgtEl>
                                          <p:spTgt spid="42"/>
                                        </p:tgtEl>
                                      </p:cBhvr>
                                    </p:animEffect>
                                    <p:set>
                                      <p:cBhvr>
                                        <p:cTn id="11" dur="1" fill="hold">
                                          <p:stCondLst>
                                            <p:cond delay="499"/>
                                          </p:stCondLst>
                                        </p:cTn>
                                        <p:tgtEl>
                                          <p:spTgt spid="42"/>
                                        </p:tgtEl>
                                        <p:attrNameLst>
                                          <p:attrName>style.visibility</p:attrName>
                                        </p:attrNameLst>
                                      </p:cBhvr>
                                      <p:to>
                                        <p:strVal val="hidden"/>
                                      </p:to>
                                    </p:set>
                                  </p:childTnLst>
                                </p:cTn>
                              </p:par>
                              <p:par>
                                <p:cTn id="12" presetID="10" presetClass="exit" presetSubtype="0" fill="hold" grpId="0" nodeType="withEffect">
                                  <p:stCondLst>
                                    <p:cond delay="0"/>
                                  </p:stCondLst>
                                  <p:childTnLst>
                                    <p:animEffect transition="out" filter="fade">
                                      <p:cBhvr>
                                        <p:cTn id="13" dur="500"/>
                                        <p:tgtEl>
                                          <p:spTgt spid="43"/>
                                        </p:tgtEl>
                                      </p:cBhvr>
                                    </p:animEffect>
                                    <p:set>
                                      <p:cBhvr>
                                        <p:cTn id="14" dur="1" fill="hold">
                                          <p:stCondLst>
                                            <p:cond delay="499"/>
                                          </p:stCondLst>
                                        </p:cTn>
                                        <p:tgtEl>
                                          <p:spTgt spid="43"/>
                                        </p:tgtEl>
                                        <p:attrNameLst>
                                          <p:attrName>style.visibility</p:attrName>
                                        </p:attrNameLst>
                                      </p:cBhvr>
                                      <p:to>
                                        <p:strVal val="hidden"/>
                                      </p:to>
                                    </p:se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37"/>
                                        </p:tgtEl>
                                        <p:attrNameLst>
                                          <p:attrName>style.visibility</p:attrName>
                                        </p:attrNameLst>
                                      </p:cBhvr>
                                      <p:to>
                                        <p:strVal val="visible"/>
                                      </p:to>
                                    </p:set>
                                    <p:animEffect transition="in" filter="fade">
                                      <p:cBhvr>
                                        <p:cTn id="18" dur="500"/>
                                        <p:tgtEl>
                                          <p:spTgt spid="3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up)">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childTnLst>
                          </p:cTn>
                        </p:par>
                        <p:par>
                          <p:cTn id="29" fill="hold">
                            <p:stCondLst>
                              <p:cond delay="500"/>
                            </p:stCondLst>
                            <p:childTnLst>
                              <p:par>
                                <p:cTn id="30" presetID="10" presetClass="exit" presetSubtype="0" fill="hold" grpId="0" nodeType="afterEffect">
                                  <p:stCondLst>
                                    <p:cond delay="0"/>
                                  </p:stCondLst>
                                  <p:childTnLst>
                                    <p:animEffect transition="out" filter="fade">
                                      <p:cBhvr>
                                        <p:cTn id="31" dur="500"/>
                                        <p:tgtEl>
                                          <p:spTgt spid="44"/>
                                        </p:tgtEl>
                                      </p:cBhvr>
                                    </p:animEffect>
                                    <p:set>
                                      <p:cBhvr>
                                        <p:cTn id="32" dur="1" fill="hold">
                                          <p:stCondLst>
                                            <p:cond delay="499"/>
                                          </p:stCondLst>
                                        </p:cTn>
                                        <p:tgtEl>
                                          <p:spTgt spid="44"/>
                                        </p:tgtEl>
                                        <p:attrNameLst>
                                          <p:attrName>style.visibility</p:attrName>
                                        </p:attrNameLst>
                                      </p:cBhvr>
                                      <p:to>
                                        <p:strVal val="hidden"/>
                                      </p:to>
                                    </p:set>
                                  </p:childTnLst>
                                </p:cTn>
                              </p:par>
                            </p:childTnLst>
                          </p:cTn>
                        </p:par>
                        <p:par>
                          <p:cTn id="33" fill="hold">
                            <p:stCondLst>
                              <p:cond delay="1000"/>
                            </p:stCondLst>
                            <p:childTnLst>
                              <p:par>
                                <p:cTn id="34" presetID="10" presetClass="entr" presetSubtype="0" fill="hold" nodeType="after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500"/>
                                        <p:tgtEl>
                                          <p:spTgt spid="4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wipe(up)">
                                      <p:cBhvr>
                                        <p:cTn id="41" dur="500"/>
                                        <p:tgtEl>
                                          <p:spTgt spid="46"/>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500"/>
                                        <p:tgtEl>
                                          <p:spTgt spid="25"/>
                                        </p:tgtEl>
                                      </p:cBhvr>
                                    </p:animEffect>
                                  </p:childTnLst>
                                </p:cTn>
                              </p:par>
                            </p:childTnLst>
                          </p:cTn>
                        </p:par>
                        <p:par>
                          <p:cTn id="47" fill="hold">
                            <p:stCondLst>
                              <p:cond delay="500"/>
                            </p:stCondLst>
                            <p:childTnLst>
                              <p:par>
                                <p:cTn id="48" presetID="10" presetClass="exit" presetSubtype="0" fill="hold" grpId="0" nodeType="afterEffect">
                                  <p:stCondLst>
                                    <p:cond delay="0"/>
                                  </p:stCondLst>
                                  <p:childTnLst>
                                    <p:animEffect transition="out" filter="fade">
                                      <p:cBhvr>
                                        <p:cTn id="49" dur="500"/>
                                        <p:tgtEl>
                                          <p:spTgt spid="45"/>
                                        </p:tgtEl>
                                      </p:cBhvr>
                                    </p:animEffect>
                                    <p:set>
                                      <p:cBhvr>
                                        <p:cTn id="50" dur="1" fill="hold">
                                          <p:stCondLst>
                                            <p:cond delay="499"/>
                                          </p:stCondLst>
                                        </p:cTn>
                                        <p:tgtEl>
                                          <p:spTgt spid="45"/>
                                        </p:tgtEl>
                                        <p:attrNameLst>
                                          <p:attrName>style.visibility</p:attrName>
                                        </p:attrNameLst>
                                      </p:cBhvr>
                                      <p:to>
                                        <p:strVal val="hidden"/>
                                      </p:to>
                                    </p:set>
                                  </p:childTnLst>
                                </p:cTn>
                              </p:par>
                            </p:childTnLst>
                          </p:cTn>
                        </p:par>
                        <p:par>
                          <p:cTn id="51" fill="hold">
                            <p:stCondLst>
                              <p:cond delay="1000"/>
                            </p:stCondLst>
                            <p:childTnLst>
                              <p:par>
                                <p:cTn id="52" presetID="10" presetClass="entr" presetSubtype="0" fill="hold" nodeType="afterEffect">
                                  <p:stCondLst>
                                    <p:cond delay="0"/>
                                  </p:stCondLst>
                                  <p:childTnLst>
                                    <p:set>
                                      <p:cBhvr>
                                        <p:cTn id="53" dur="1" fill="hold">
                                          <p:stCondLst>
                                            <p:cond delay="0"/>
                                          </p:stCondLst>
                                        </p:cTn>
                                        <p:tgtEl>
                                          <p:spTgt spid="36"/>
                                        </p:tgtEl>
                                        <p:attrNameLst>
                                          <p:attrName>style.visibility</p:attrName>
                                        </p:attrNameLst>
                                      </p:cBhvr>
                                      <p:to>
                                        <p:strVal val="visible"/>
                                      </p:to>
                                    </p:set>
                                    <p:animEffect transition="in" filter="fade">
                                      <p:cBhvr>
                                        <p:cTn id="54" dur="500"/>
                                        <p:tgtEl>
                                          <p:spTgt spid="3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47"/>
                                        </p:tgtEl>
                                        <p:attrNameLst>
                                          <p:attrName>style.visibility</p:attrName>
                                        </p:attrNameLst>
                                      </p:cBhvr>
                                      <p:to>
                                        <p:strVal val="visible"/>
                                      </p:to>
                                    </p:set>
                                    <p:animEffect transition="in" filter="wipe(up)">
                                      <p:cBhvr>
                                        <p:cTn id="59"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4" grpId="0" animBg="1"/>
      <p:bldP spid="25" grpId="0" animBg="1"/>
      <p:bldP spid="42" grpId="0" animBg="1"/>
      <p:bldP spid="43" grpId="0" animBg="1"/>
      <p:bldP spid="44" grpId="0" animBg="1"/>
      <p:bldP spid="45" grpId="0" animBg="1"/>
      <p:bldP spid="4" grpId="0"/>
      <p:bldP spid="46" grpId="0"/>
      <p:bldP spid="4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 descr="http://pixabay.com/static/uploads/photo/2014/11/04/08/07/mark-516278_64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6556" y="2516472"/>
            <a:ext cx="3177741" cy="3128288"/>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44035" name="Rectangle 2"/>
          <p:cNvSpPr>
            <a:spLocks noGrp="1" noChangeArrowheads="1"/>
          </p:cNvSpPr>
          <p:nvPr>
            <p:ph type="title"/>
          </p:nvPr>
        </p:nvSpPr>
        <p:spPr/>
        <p:txBody>
          <a:bodyPr>
            <a:normAutofit/>
          </a:bodyPr>
          <a:lstStyle/>
          <a:p>
            <a:r>
              <a:rPr lang="en-US" altLang="en-US" dirty="0"/>
              <a:t>Purposes of Process Modeling</a:t>
            </a:r>
          </a:p>
        </p:txBody>
      </p:sp>
      <p:pic>
        <p:nvPicPr>
          <p:cNvPr id="44037" name="Picture 11" descr="board%20room"/>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8626" y="3471754"/>
            <a:ext cx="1926980" cy="128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8" name="Picture 14" descr="MPj0406830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52962" y="3497216"/>
            <a:ext cx="2016369" cy="124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20</a:t>
            </a:fld>
            <a:endParaRPr lang="en-AU">
              <a:solidFill>
                <a:prstClr val="black">
                  <a:lumMod val="50000"/>
                  <a:lumOff val="50000"/>
                </a:prstClr>
              </a:solidFill>
            </a:endParaRPr>
          </a:p>
        </p:txBody>
      </p:sp>
      <p:grpSp>
        <p:nvGrpSpPr>
          <p:cNvPr id="7" name="Group 6"/>
          <p:cNvGrpSpPr/>
          <p:nvPr/>
        </p:nvGrpSpPr>
        <p:grpSpPr>
          <a:xfrm>
            <a:off x="2094108" y="1674504"/>
            <a:ext cx="4638411" cy="4788020"/>
            <a:chOff x="-1169821" y="1481201"/>
            <a:chExt cx="4638411" cy="4788020"/>
          </a:xfrm>
        </p:grpSpPr>
        <p:sp>
          <p:nvSpPr>
            <p:cNvPr id="3" name="Block Arc 2"/>
            <p:cNvSpPr/>
            <p:nvPr/>
          </p:nvSpPr>
          <p:spPr>
            <a:xfrm rot="16200000">
              <a:off x="-1244625" y="1556005"/>
              <a:ext cx="4788020" cy="4638411"/>
            </a:xfrm>
            <a:prstGeom prst="blockArc">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AU">
                <a:solidFill>
                  <a:schemeClr val="tx1"/>
                </a:solidFill>
              </a:endParaRPr>
            </a:p>
          </p:txBody>
        </p:sp>
        <p:sp>
          <p:nvSpPr>
            <p:cNvPr id="9" name="TextBox 8"/>
            <p:cNvSpPr txBox="1"/>
            <p:nvPr/>
          </p:nvSpPr>
          <p:spPr>
            <a:xfrm>
              <a:off x="-393345" y="1944967"/>
              <a:ext cx="1634681" cy="369332"/>
            </a:xfrm>
            <a:prstGeom prst="rect">
              <a:avLst/>
            </a:prstGeom>
            <a:noFill/>
          </p:spPr>
          <p:txBody>
            <a:bodyPr wrap="square" rtlCol="0">
              <a:spAutoFit/>
            </a:bodyPr>
            <a:lstStyle/>
            <a:p>
              <a:r>
                <a:rPr lang="en-AU" dirty="0">
                  <a:solidFill>
                    <a:schemeClr val="bg1"/>
                  </a:solidFill>
                </a:rPr>
                <a:t>documentation</a:t>
              </a:r>
            </a:p>
          </p:txBody>
        </p:sp>
        <p:sp>
          <p:nvSpPr>
            <p:cNvPr id="4" name="Rectangle 3"/>
            <p:cNvSpPr/>
            <p:nvPr/>
          </p:nvSpPr>
          <p:spPr>
            <a:xfrm>
              <a:off x="-889178" y="2442428"/>
              <a:ext cx="1778355" cy="369332"/>
            </a:xfrm>
            <a:prstGeom prst="rect">
              <a:avLst/>
            </a:prstGeom>
          </p:spPr>
          <p:txBody>
            <a:bodyPr wrap="square">
              <a:spAutoFit/>
            </a:bodyPr>
            <a:lstStyle/>
            <a:p>
              <a:r>
                <a:rPr lang="en-AU" dirty="0">
                  <a:solidFill>
                    <a:schemeClr val="bg1"/>
                  </a:solidFill>
                </a:rPr>
                <a:t>communication</a:t>
              </a:r>
            </a:p>
          </p:txBody>
        </p:sp>
        <p:sp>
          <p:nvSpPr>
            <p:cNvPr id="5" name="Rectangle 4"/>
            <p:cNvSpPr/>
            <p:nvPr/>
          </p:nvSpPr>
          <p:spPr>
            <a:xfrm>
              <a:off x="-929758" y="2951880"/>
              <a:ext cx="931665" cy="923330"/>
            </a:xfrm>
            <a:prstGeom prst="rect">
              <a:avLst/>
            </a:prstGeom>
          </p:spPr>
          <p:txBody>
            <a:bodyPr wrap="none">
              <a:spAutoFit/>
            </a:bodyPr>
            <a:lstStyle/>
            <a:p>
              <a:r>
                <a:rPr lang="en-AU" dirty="0">
                  <a:solidFill>
                    <a:schemeClr val="bg1"/>
                  </a:solidFill>
                </a:rPr>
                <a:t>activity-</a:t>
              </a:r>
              <a:br>
                <a:rPr lang="en-AU" dirty="0">
                  <a:solidFill>
                    <a:schemeClr val="bg1"/>
                  </a:solidFill>
                </a:rPr>
              </a:br>
              <a:r>
                <a:rPr lang="en-AU" dirty="0">
                  <a:solidFill>
                    <a:schemeClr val="bg1"/>
                  </a:solidFill>
                </a:rPr>
                <a:t>based</a:t>
              </a:r>
              <a:br>
                <a:rPr lang="en-AU" dirty="0">
                  <a:solidFill>
                    <a:schemeClr val="bg1"/>
                  </a:solidFill>
                </a:rPr>
              </a:br>
              <a:r>
                <a:rPr lang="en-AU" dirty="0">
                  <a:solidFill>
                    <a:schemeClr val="bg1"/>
                  </a:solidFill>
                </a:rPr>
                <a:t>costing</a:t>
              </a:r>
            </a:p>
          </p:txBody>
        </p:sp>
        <p:sp>
          <p:nvSpPr>
            <p:cNvPr id="6" name="Rectangle 5"/>
            <p:cNvSpPr/>
            <p:nvPr/>
          </p:nvSpPr>
          <p:spPr>
            <a:xfrm>
              <a:off x="-1111246" y="4089442"/>
              <a:ext cx="1168397" cy="369332"/>
            </a:xfrm>
            <a:prstGeom prst="rect">
              <a:avLst/>
            </a:prstGeom>
          </p:spPr>
          <p:txBody>
            <a:bodyPr wrap="none">
              <a:spAutoFit/>
            </a:bodyPr>
            <a:lstStyle/>
            <a:p>
              <a:r>
                <a:rPr lang="en-AU" dirty="0">
                  <a:solidFill>
                    <a:schemeClr val="bg1"/>
                  </a:solidFill>
                </a:rPr>
                <a:t>simulation</a:t>
              </a:r>
            </a:p>
          </p:txBody>
        </p:sp>
        <p:sp>
          <p:nvSpPr>
            <p:cNvPr id="13" name="Rectangle 12"/>
            <p:cNvSpPr/>
            <p:nvPr/>
          </p:nvSpPr>
          <p:spPr>
            <a:xfrm>
              <a:off x="-980102" y="4737466"/>
              <a:ext cx="1526380" cy="369332"/>
            </a:xfrm>
            <a:prstGeom prst="rect">
              <a:avLst/>
            </a:prstGeom>
          </p:spPr>
          <p:txBody>
            <a:bodyPr wrap="none">
              <a:spAutoFit/>
            </a:bodyPr>
            <a:lstStyle/>
            <a:p>
              <a:r>
                <a:rPr lang="en-AU" dirty="0">
                  <a:solidFill>
                    <a:schemeClr val="bg1"/>
                  </a:solidFill>
                </a:rPr>
                <a:t>benchmarking</a:t>
              </a:r>
            </a:p>
          </p:txBody>
        </p:sp>
        <p:sp>
          <p:nvSpPr>
            <p:cNvPr id="14" name="Rectangle 13"/>
            <p:cNvSpPr/>
            <p:nvPr/>
          </p:nvSpPr>
          <p:spPr>
            <a:xfrm>
              <a:off x="-363877" y="5376050"/>
              <a:ext cx="1309141" cy="369332"/>
            </a:xfrm>
            <a:prstGeom prst="rect">
              <a:avLst/>
            </a:prstGeom>
          </p:spPr>
          <p:txBody>
            <a:bodyPr wrap="none">
              <a:spAutoFit/>
            </a:bodyPr>
            <a:lstStyle/>
            <a:p>
              <a:r>
                <a:rPr lang="en-AU" dirty="0">
                  <a:solidFill>
                    <a:schemeClr val="bg1"/>
                  </a:solidFill>
                </a:rPr>
                <a:t>certification</a:t>
              </a:r>
            </a:p>
          </p:txBody>
        </p:sp>
      </p:grpSp>
      <p:grpSp>
        <p:nvGrpSpPr>
          <p:cNvPr id="10" name="Group 9"/>
          <p:cNvGrpSpPr/>
          <p:nvPr/>
        </p:nvGrpSpPr>
        <p:grpSpPr>
          <a:xfrm>
            <a:off x="2286048" y="1674504"/>
            <a:ext cx="5122615" cy="4788020"/>
            <a:chOff x="4009227" y="1404575"/>
            <a:chExt cx="5122615" cy="4788020"/>
          </a:xfrm>
        </p:grpSpPr>
        <p:sp>
          <p:nvSpPr>
            <p:cNvPr id="8" name="Block Arc 7"/>
            <p:cNvSpPr/>
            <p:nvPr/>
          </p:nvSpPr>
          <p:spPr>
            <a:xfrm rot="5400000">
              <a:off x="3934423" y="1479379"/>
              <a:ext cx="4788020" cy="4638411"/>
            </a:xfrm>
            <a:prstGeom prst="blockArc">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solidFill>
                  <a:schemeClr val="tx1"/>
                </a:solidFill>
              </a:endParaRPr>
            </a:p>
          </p:txBody>
        </p:sp>
        <p:sp>
          <p:nvSpPr>
            <p:cNvPr id="15" name="TextBox 14"/>
            <p:cNvSpPr txBox="1"/>
            <p:nvPr/>
          </p:nvSpPr>
          <p:spPr>
            <a:xfrm>
              <a:off x="7078807" y="2381730"/>
              <a:ext cx="1634681" cy="646331"/>
            </a:xfrm>
            <a:prstGeom prst="rect">
              <a:avLst/>
            </a:prstGeom>
            <a:noFill/>
          </p:spPr>
          <p:txBody>
            <a:bodyPr wrap="square" rtlCol="0">
              <a:spAutoFit/>
            </a:bodyPr>
            <a:lstStyle/>
            <a:p>
              <a:r>
                <a:rPr lang="en-AU" dirty="0">
                  <a:solidFill>
                    <a:schemeClr val="bg1"/>
                  </a:solidFill>
                </a:rPr>
                <a:t>software</a:t>
              </a:r>
            </a:p>
            <a:p>
              <a:r>
                <a:rPr lang="en-AU" dirty="0">
                  <a:solidFill>
                    <a:schemeClr val="bg1"/>
                  </a:solidFill>
                </a:rPr>
                <a:t>development</a:t>
              </a:r>
            </a:p>
          </p:txBody>
        </p:sp>
        <p:sp>
          <p:nvSpPr>
            <p:cNvPr id="16" name="TextBox 15"/>
            <p:cNvSpPr txBox="1"/>
            <p:nvPr/>
          </p:nvSpPr>
          <p:spPr>
            <a:xfrm>
              <a:off x="6345602" y="1628403"/>
              <a:ext cx="1634681" cy="646331"/>
            </a:xfrm>
            <a:prstGeom prst="rect">
              <a:avLst/>
            </a:prstGeom>
            <a:noFill/>
          </p:spPr>
          <p:txBody>
            <a:bodyPr wrap="square" rtlCol="0">
              <a:spAutoFit/>
            </a:bodyPr>
            <a:lstStyle/>
            <a:p>
              <a:r>
                <a:rPr lang="en-AU" dirty="0">
                  <a:solidFill>
                    <a:schemeClr val="bg1"/>
                  </a:solidFill>
                </a:rPr>
                <a:t>workflow</a:t>
              </a:r>
            </a:p>
            <a:p>
              <a:r>
                <a:rPr lang="en-AU" dirty="0">
                  <a:solidFill>
                    <a:schemeClr val="bg1"/>
                  </a:solidFill>
                </a:rPr>
                <a:t>management</a:t>
              </a:r>
            </a:p>
          </p:txBody>
        </p:sp>
        <p:sp>
          <p:nvSpPr>
            <p:cNvPr id="17" name="TextBox 16"/>
            <p:cNvSpPr txBox="1"/>
            <p:nvPr/>
          </p:nvSpPr>
          <p:spPr>
            <a:xfrm>
              <a:off x="7429410" y="3276571"/>
              <a:ext cx="1634681" cy="369332"/>
            </a:xfrm>
            <a:prstGeom prst="rect">
              <a:avLst/>
            </a:prstGeom>
            <a:noFill/>
          </p:spPr>
          <p:txBody>
            <a:bodyPr wrap="square" rtlCol="0">
              <a:spAutoFit/>
            </a:bodyPr>
            <a:lstStyle/>
            <a:p>
              <a:r>
                <a:rPr lang="en-AU" dirty="0">
                  <a:solidFill>
                    <a:schemeClr val="bg1"/>
                  </a:solidFill>
                </a:rPr>
                <a:t>integration</a:t>
              </a:r>
            </a:p>
          </p:txBody>
        </p:sp>
        <p:sp>
          <p:nvSpPr>
            <p:cNvPr id="18" name="TextBox 17"/>
            <p:cNvSpPr txBox="1"/>
            <p:nvPr/>
          </p:nvSpPr>
          <p:spPr>
            <a:xfrm>
              <a:off x="7497161" y="3923402"/>
              <a:ext cx="1634681" cy="369332"/>
            </a:xfrm>
            <a:prstGeom prst="rect">
              <a:avLst/>
            </a:prstGeom>
            <a:noFill/>
          </p:spPr>
          <p:txBody>
            <a:bodyPr wrap="square" rtlCol="0">
              <a:spAutoFit/>
            </a:bodyPr>
            <a:lstStyle/>
            <a:p>
              <a:r>
                <a:rPr lang="en-AU" dirty="0">
                  <a:solidFill>
                    <a:schemeClr val="bg1"/>
                  </a:solidFill>
                </a:rPr>
                <a:t>testing</a:t>
              </a:r>
            </a:p>
          </p:txBody>
        </p:sp>
      </p:grpSp>
      <p:sp>
        <p:nvSpPr>
          <p:cNvPr id="11" name="TextBox 10"/>
          <p:cNvSpPr txBox="1"/>
          <p:nvPr/>
        </p:nvSpPr>
        <p:spPr>
          <a:xfrm>
            <a:off x="1429735" y="1670578"/>
            <a:ext cx="1506695" cy="707886"/>
          </a:xfrm>
          <a:prstGeom prst="rect">
            <a:avLst/>
          </a:prstGeom>
          <a:noFill/>
        </p:spPr>
        <p:txBody>
          <a:bodyPr wrap="none" rtlCol="0">
            <a:spAutoFit/>
          </a:bodyPr>
          <a:lstStyle/>
          <a:p>
            <a:r>
              <a:rPr lang="en-AU" sz="2000" dirty="0"/>
              <a:t>Organization</a:t>
            </a:r>
            <a:br>
              <a:rPr lang="en-AU" sz="2000" dirty="0"/>
            </a:br>
            <a:r>
              <a:rPr lang="en-AU" sz="2000" dirty="0"/>
              <a:t>design</a:t>
            </a:r>
          </a:p>
        </p:txBody>
      </p:sp>
      <p:sp>
        <p:nvSpPr>
          <p:cNvPr id="22" name="TextBox 21"/>
          <p:cNvSpPr txBox="1"/>
          <p:nvPr/>
        </p:nvSpPr>
        <p:spPr>
          <a:xfrm>
            <a:off x="6326228" y="1676605"/>
            <a:ext cx="2206211" cy="707886"/>
          </a:xfrm>
          <a:prstGeom prst="rect">
            <a:avLst/>
          </a:prstGeom>
          <a:noFill/>
        </p:spPr>
        <p:txBody>
          <a:bodyPr wrap="square" rtlCol="0">
            <a:spAutoFit/>
          </a:bodyPr>
          <a:lstStyle/>
          <a:p>
            <a:r>
              <a:rPr lang="en-AU" sz="2000" dirty="0"/>
              <a:t>Application system</a:t>
            </a:r>
          </a:p>
          <a:p>
            <a:r>
              <a:rPr lang="en-AU" sz="2000" dirty="0"/>
              <a:t>design</a:t>
            </a:r>
          </a:p>
        </p:txBody>
      </p:sp>
      <p:sp>
        <p:nvSpPr>
          <p:cNvPr id="12" name="Oval 11"/>
          <p:cNvSpPr/>
          <p:nvPr/>
        </p:nvSpPr>
        <p:spPr>
          <a:xfrm>
            <a:off x="3698029" y="3333806"/>
            <a:ext cx="1631439" cy="1588408"/>
          </a:xfrm>
          <a:prstGeom prst="ellipse">
            <a:avLst/>
          </a:prstGeom>
          <a:solidFill>
            <a:schemeClr val="accent3"/>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AU" dirty="0"/>
          </a:p>
        </p:txBody>
      </p:sp>
      <p:sp>
        <p:nvSpPr>
          <p:cNvPr id="19" name="Rectangle 18"/>
          <p:cNvSpPr/>
          <p:nvPr/>
        </p:nvSpPr>
        <p:spPr>
          <a:xfrm>
            <a:off x="3798505" y="3904741"/>
            <a:ext cx="1452385" cy="369332"/>
          </a:xfrm>
          <a:prstGeom prst="rect">
            <a:avLst/>
          </a:prstGeom>
        </p:spPr>
        <p:txBody>
          <a:bodyPr wrap="none">
            <a:spAutoFit/>
          </a:bodyPr>
          <a:lstStyle/>
          <a:p>
            <a:pPr algn="ctr"/>
            <a:r>
              <a:rPr lang="en-AU" b="1" dirty="0"/>
              <a:t>Transparency</a:t>
            </a:r>
          </a:p>
        </p:txBody>
      </p:sp>
      <p:sp>
        <p:nvSpPr>
          <p:cNvPr id="26" name="Rectangle 25"/>
          <p:cNvSpPr/>
          <p:nvPr/>
        </p:nvSpPr>
        <p:spPr>
          <a:xfrm>
            <a:off x="3865829" y="5972591"/>
            <a:ext cx="343364" cy="369332"/>
          </a:xfrm>
          <a:prstGeom prst="rect">
            <a:avLst/>
          </a:prstGeom>
        </p:spPr>
        <p:txBody>
          <a:bodyPr wrap="none">
            <a:spAutoFit/>
          </a:bodyPr>
          <a:lstStyle/>
          <a:p>
            <a:r>
              <a:rPr lang="en-AU" dirty="0">
                <a:solidFill>
                  <a:schemeClr val="bg1"/>
                </a:solidFill>
              </a:rPr>
              <a:t>…</a:t>
            </a:r>
          </a:p>
        </p:txBody>
      </p:sp>
      <p:sp>
        <p:nvSpPr>
          <p:cNvPr id="27" name="Rectangle 26"/>
          <p:cNvSpPr/>
          <p:nvPr/>
        </p:nvSpPr>
        <p:spPr>
          <a:xfrm>
            <a:off x="5706231" y="4652077"/>
            <a:ext cx="343364" cy="369332"/>
          </a:xfrm>
          <a:prstGeom prst="rect">
            <a:avLst/>
          </a:prstGeom>
        </p:spPr>
        <p:txBody>
          <a:bodyPr wrap="none">
            <a:spAutoFit/>
          </a:bodyPr>
          <a:lstStyle/>
          <a:p>
            <a:r>
              <a:rPr lang="en-AU" dirty="0">
                <a:solidFill>
                  <a:schemeClr val="bg1"/>
                </a:solidFill>
              </a:rPr>
              <a:t>…</a:t>
            </a:r>
          </a:p>
        </p:txBody>
      </p:sp>
    </p:spTree>
    <p:extLst>
      <p:ext uri="{BB962C8B-B14F-4D97-AF65-F5344CB8AC3E}">
        <p14:creationId xmlns:p14="http://schemas.microsoft.com/office/powerpoint/2010/main" val="2187447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right)">
                                      <p:cBhvr>
                                        <p:cTn id="15" dur="500"/>
                                        <p:tgtEl>
                                          <p:spTgt spid="7"/>
                                        </p:tgtEl>
                                      </p:cBhvr>
                                    </p:animEffect>
                                  </p:childTnLst>
                                </p:cTn>
                              </p:par>
                            </p:childTnLst>
                          </p:cTn>
                        </p:par>
                        <p:par>
                          <p:cTn id="16" fill="hold">
                            <p:stCondLst>
                              <p:cond delay="500"/>
                            </p:stCondLst>
                            <p:childTnLst>
                              <p:par>
                                <p:cTn id="17" presetID="22" presetClass="entr" presetSubtype="2" fill="hold" nodeType="afterEffect">
                                  <p:stCondLst>
                                    <p:cond delay="0"/>
                                  </p:stCondLst>
                                  <p:childTnLst>
                                    <p:set>
                                      <p:cBhvr>
                                        <p:cTn id="18" dur="1" fill="hold">
                                          <p:stCondLst>
                                            <p:cond delay="0"/>
                                          </p:stCondLst>
                                        </p:cTn>
                                        <p:tgtEl>
                                          <p:spTgt spid="44037"/>
                                        </p:tgtEl>
                                        <p:attrNameLst>
                                          <p:attrName>style.visibility</p:attrName>
                                        </p:attrNameLst>
                                      </p:cBhvr>
                                      <p:to>
                                        <p:strVal val="visible"/>
                                      </p:to>
                                    </p:set>
                                    <p:animEffect transition="in" filter="wipe(right)">
                                      <p:cBhvr>
                                        <p:cTn id="19" dur="500"/>
                                        <p:tgtEl>
                                          <p:spTgt spid="44037"/>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500"/>
                                        <p:tgtEl>
                                          <p:spTgt spid="10"/>
                                        </p:tgtEl>
                                      </p:cBhvr>
                                    </p:animEffect>
                                  </p:childTnLst>
                                </p:cTn>
                              </p:par>
                            </p:childTnLst>
                          </p:cTn>
                        </p:par>
                        <p:par>
                          <p:cTn id="29" fill="hold">
                            <p:stCondLst>
                              <p:cond delay="500"/>
                            </p:stCondLst>
                            <p:childTnLst>
                              <p:par>
                                <p:cTn id="30" presetID="22" presetClass="entr" presetSubtype="8" fill="hold" nodeType="afterEffect">
                                  <p:stCondLst>
                                    <p:cond delay="0"/>
                                  </p:stCondLst>
                                  <p:childTnLst>
                                    <p:set>
                                      <p:cBhvr>
                                        <p:cTn id="31" dur="1" fill="hold">
                                          <p:stCondLst>
                                            <p:cond delay="0"/>
                                          </p:stCondLst>
                                        </p:cTn>
                                        <p:tgtEl>
                                          <p:spTgt spid="44038"/>
                                        </p:tgtEl>
                                        <p:attrNameLst>
                                          <p:attrName>style.visibility</p:attrName>
                                        </p:attrNameLst>
                                      </p:cBhvr>
                                      <p:to>
                                        <p:strVal val="visible"/>
                                      </p:to>
                                    </p:set>
                                    <p:animEffect transition="in" filter="wipe(left)">
                                      <p:cBhvr>
                                        <p:cTn id="32" dur="500"/>
                                        <p:tgtEl>
                                          <p:spTgt spid="44038"/>
                                        </p:tgtEl>
                                      </p:cBhvr>
                                    </p:animEffect>
                                  </p:childTnLst>
                                </p:cTn>
                              </p:par>
                            </p:childTnLst>
                          </p:cTn>
                        </p:par>
                        <p:par>
                          <p:cTn id="33" fill="hold">
                            <p:stCondLst>
                              <p:cond delay="1000"/>
                            </p:stCondLst>
                            <p:childTnLst>
                              <p:par>
                                <p:cTn id="34" presetID="10" presetClass="entr" presetSubtype="0" fill="hold" grpId="0" nodeType="after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2" grpId="0"/>
      <p:bldP spid="12" grpId="0" animBg="1"/>
      <p:bldP spid="1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8" name="Rectangle 12"/>
          <p:cNvSpPr>
            <a:spLocks noGrp="1" noChangeArrowheads="1"/>
          </p:cNvSpPr>
          <p:nvPr>
            <p:ph idx="1"/>
          </p:nvPr>
        </p:nvSpPr>
        <p:spPr/>
        <p:txBody>
          <a:bodyPr>
            <a:normAutofit/>
          </a:bodyPr>
          <a:lstStyle/>
          <a:p>
            <a:pPr>
              <a:lnSpc>
                <a:spcPct val="80000"/>
              </a:lnSpc>
              <a:buNone/>
            </a:pPr>
            <a:r>
              <a:rPr lang="en-US" altLang="en-US" sz="2000" b="1" dirty="0"/>
              <a:t>Business stakeholders</a:t>
            </a:r>
          </a:p>
          <a:p>
            <a:r>
              <a:rPr lang="en-US" altLang="en-US" sz="1800" dirty="0"/>
              <a:t>Process innovation, operational excellence</a:t>
            </a:r>
          </a:p>
          <a:p>
            <a:r>
              <a:rPr lang="en-US" altLang="en-US" sz="1800" dirty="0"/>
              <a:t>KPIs, customer touch-points, issues, opportunities, risks</a:t>
            </a:r>
          </a:p>
          <a:p>
            <a:r>
              <a:rPr lang="en-US" altLang="en-US" sz="1800" dirty="0"/>
              <a:t>Balanced Scorecard, Activity-based costing</a:t>
            </a:r>
          </a:p>
          <a:p>
            <a:r>
              <a:rPr lang="en-US" altLang="en-US" sz="1800" dirty="0"/>
              <a:t>Animation, simulation, scenario analysis, </a:t>
            </a:r>
            <a:br>
              <a:rPr lang="en-US" altLang="en-US" sz="1800" dirty="0"/>
            </a:br>
            <a:r>
              <a:rPr lang="en-US" altLang="en-US" sz="1800" dirty="0"/>
              <a:t>easy communication…</a:t>
            </a:r>
            <a:br>
              <a:rPr lang="en-US" altLang="en-US" sz="1800" dirty="0"/>
            </a:br>
            <a:endParaRPr lang="en-US" altLang="en-US" sz="1800" dirty="0"/>
          </a:p>
          <a:p>
            <a:pPr>
              <a:lnSpc>
                <a:spcPct val="80000"/>
              </a:lnSpc>
              <a:buFontTx/>
              <a:buNone/>
            </a:pPr>
            <a:endParaRPr lang="en-US" altLang="en-US" sz="900" dirty="0"/>
          </a:p>
          <a:p>
            <a:pPr>
              <a:lnSpc>
                <a:spcPct val="80000"/>
              </a:lnSpc>
              <a:buFontTx/>
              <a:buNone/>
            </a:pPr>
            <a:r>
              <a:rPr lang="en-US" altLang="en-US" sz="2000" b="1" dirty="0"/>
              <a:t>IT stakeholders</a:t>
            </a:r>
          </a:p>
          <a:p>
            <a:r>
              <a:rPr lang="en-US" altLang="en-US" sz="1800" dirty="0"/>
              <a:t>Process-Aware Information Systems</a:t>
            </a:r>
          </a:p>
          <a:p>
            <a:r>
              <a:rPr lang="en-US" altLang="en-US" sz="1800" dirty="0"/>
              <a:t>Process automation</a:t>
            </a:r>
          </a:p>
          <a:p>
            <a:r>
              <a:rPr lang="en-US" altLang="en-US" sz="1800" dirty="0"/>
              <a:t>Expressive, executable, standardized models</a:t>
            </a:r>
          </a:p>
          <a:p>
            <a:r>
              <a:rPr lang="en-US" altLang="en-US" sz="1800" dirty="0"/>
              <a:t>Data types, conditions, data mappings, faults handling…</a:t>
            </a:r>
          </a:p>
        </p:txBody>
      </p:sp>
      <p:sp>
        <p:nvSpPr>
          <p:cNvPr id="50189" name="Rectangle 13"/>
          <p:cNvSpPr>
            <a:spLocks noGrp="1" noChangeArrowheads="1"/>
          </p:cNvSpPr>
          <p:nvPr>
            <p:ph type="title"/>
          </p:nvPr>
        </p:nvSpPr>
        <p:spPr>
          <a:xfrm>
            <a:off x="467543" y="260648"/>
            <a:ext cx="8461303" cy="792088"/>
          </a:xfrm>
        </p:spPr>
        <p:txBody>
          <a:bodyPr>
            <a:normAutofit/>
          </a:bodyPr>
          <a:lstStyle/>
          <a:p>
            <a:r>
              <a:rPr lang="en-US" altLang="en-US" dirty="0"/>
              <a:t>Different stakeholders have different interests…</a:t>
            </a:r>
          </a:p>
        </p:txBody>
      </p:sp>
      <p:pic>
        <p:nvPicPr>
          <p:cNvPr id="2" name="Picture 10" descr="board%20room"/>
          <p:cNvPicPr>
            <a:picLocks noChangeAspect="1" noChangeArrowheads="1"/>
          </p:cNvPicPr>
          <p:nvPr/>
        </p:nvPicPr>
        <p:blipFill>
          <a:blip r:embed="rId3"/>
          <a:srcRect/>
          <a:stretch>
            <a:fillRect/>
          </a:stretch>
        </p:blipFill>
        <p:spPr bwMode="auto">
          <a:xfrm>
            <a:off x="6298659" y="1340768"/>
            <a:ext cx="2016369" cy="134815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descr="MPj04068300000[1]"/>
          <p:cNvPicPr>
            <a:picLocks noChangeAspect="1" noChangeArrowheads="1"/>
          </p:cNvPicPr>
          <p:nvPr/>
        </p:nvPicPr>
        <p:blipFill>
          <a:blip r:embed="rId4"/>
          <a:srcRect/>
          <a:stretch>
            <a:fillRect/>
          </a:stretch>
        </p:blipFill>
        <p:spPr bwMode="auto">
          <a:xfrm>
            <a:off x="6298659" y="3753036"/>
            <a:ext cx="2016369" cy="1244111"/>
          </a:xfrm>
          <a:prstGeom prst="rect">
            <a:avLst/>
          </a:prstGeom>
          <a:ln>
            <a:noFill/>
          </a:ln>
          <a:effectLst>
            <a:outerShdw blurRad="292100" dist="139700" dir="2700000" algn="tl" rotWithShape="0">
              <a:srgbClr val="333333">
                <a:alpha val="65000"/>
              </a:srgbClr>
            </a:outerShdw>
          </a:effectLst>
        </p:spPr>
      </p:pic>
      <p:sp>
        <p:nvSpPr>
          <p:cNvPr id="3" name="Slide Number Placeholder 2"/>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21</a:t>
            </a:fld>
            <a:endParaRPr lang="en-AU">
              <a:solidFill>
                <a:prstClr val="black">
                  <a:lumMod val="50000"/>
                  <a:lumOff val="50000"/>
                </a:prstClr>
              </a:solidFill>
            </a:endParaRPr>
          </a:p>
        </p:txBody>
      </p:sp>
    </p:spTree>
    <p:extLst>
      <p:ext uri="{BB962C8B-B14F-4D97-AF65-F5344CB8AC3E}">
        <p14:creationId xmlns:p14="http://schemas.microsoft.com/office/powerpoint/2010/main" val="273833405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3731" name="Rectangle 3"/>
          <p:cNvSpPr>
            <a:spLocks noGrp="1" noChangeArrowheads="1"/>
          </p:cNvSpPr>
          <p:nvPr>
            <p:ph type="body" sz="half" idx="1"/>
          </p:nvPr>
        </p:nvSpPr>
        <p:spPr>
          <a:xfrm>
            <a:off x="206375" y="1149350"/>
            <a:ext cx="4572000" cy="2867025"/>
          </a:xfrm>
        </p:spPr>
        <p:txBody>
          <a:bodyPr>
            <a:normAutofit/>
          </a:bodyPr>
          <a:lstStyle/>
          <a:p>
            <a:pPr>
              <a:lnSpc>
                <a:spcPct val="90000"/>
              </a:lnSpc>
              <a:buFontTx/>
              <a:buNone/>
            </a:pPr>
            <a:r>
              <a:rPr lang="en-AU" sz="2000" dirty="0">
                <a:solidFill>
                  <a:srgbClr val="C00000"/>
                </a:solidFill>
              </a:rPr>
              <a:t>Conceptual process models</a:t>
            </a:r>
          </a:p>
          <a:p>
            <a:pPr marL="457200" lvl="1" indent="-276225">
              <a:lnSpc>
                <a:spcPct val="90000"/>
              </a:lnSpc>
              <a:buFont typeface="Arial" panose="020B0604020202020204" pitchFamily="34" charset="0"/>
              <a:buChar char="•"/>
            </a:pPr>
            <a:r>
              <a:rPr lang="en-AU" sz="1800" dirty="0">
                <a:solidFill>
                  <a:schemeClr val="tx1">
                    <a:lumMod val="75000"/>
                    <a:lumOff val="25000"/>
                  </a:schemeClr>
                </a:solidFill>
              </a:rPr>
              <a:t>are made by domain experts</a:t>
            </a:r>
          </a:p>
          <a:p>
            <a:pPr marL="457200" lvl="1" indent="-276225">
              <a:lnSpc>
                <a:spcPct val="90000"/>
              </a:lnSpc>
              <a:buFont typeface="Arial" panose="020B0604020202020204" pitchFamily="34" charset="0"/>
              <a:buChar char="•"/>
            </a:pPr>
            <a:r>
              <a:rPr lang="en-AU" sz="1800" dirty="0">
                <a:solidFill>
                  <a:schemeClr val="tx1">
                    <a:lumMod val="75000"/>
                    <a:lumOff val="25000"/>
                  </a:schemeClr>
                </a:solidFill>
              </a:rPr>
              <a:t>provide a basis for communication amongst relevant stakeholders</a:t>
            </a:r>
          </a:p>
          <a:p>
            <a:pPr marL="457200" lvl="1" indent="-276225">
              <a:lnSpc>
                <a:spcPct val="90000"/>
              </a:lnSpc>
              <a:buFont typeface="Arial" panose="020B0604020202020204" pitchFamily="34" charset="0"/>
              <a:buChar char="•"/>
            </a:pPr>
            <a:r>
              <a:rPr lang="en-AU" sz="1800" dirty="0">
                <a:solidFill>
                  <a:schemeClr val="tx1">
                    <a:lumMod val="75000"/>
                    <a:lumOff val="25000"/>
                  </a:schemeClr>
                </a:solidFill>
              </a:rPr>
              <a:t>must be understandable</a:t>
            </a:r>
          </a:p>
          <a:p>
            <a:pPr marL="457200" lvl="1" indent="-276225">
              <a:lnSpc>
                <a:spcPct val="90000"/>
              </a:lnSpc>
              <a:buFont typeface="Arial" panose="020B0604020202020204" pitchFamily="34" charset="0"/>
              <a:buChar char="•"/>
            </a:pPr>
            <a:r>
              <a:rPr lang="en-AU" sz="1800" dirty="0">
                <a:solidFill>
                  <a:schemeClr val="tx1">
                    <a:lumMod val="75000"/>
                    <a:lumOff val="25000"/>
                  </a:schemeClr>
                </a:solidFill>
              </a:rPr>
              <a:t>must be intuitive and may leave room for interpretation</a:t>
            </a:r>
          </a:p>
          <a:p>
            <a:pPr marL="457200" lvl="1" indent="-276225">
              <a:lnSpc>
                <a:spcPct val="90000"/>
              </a:lnSpc>
              <a:buFont typeface="Arial" panose="020B0604020202020204" pitchFamily="34" charset="0"/>
              <a:buChar char="•"/>
            </a:pPr>
            <a:r>
              <a:rPr lang="en-AU" sz="1800" dirty="0">
                <a:solidFill>
                  <a:schemeClr val="tx1">
                    <a:lumMod val="75000"/>
                    <a:lumOff val="25000"/>
                  </a:schemeClr>
                </a:solidFill>
              </a:rPr>
              <a:t>contain purely a relevant set of process information</a:t>
            </a:r>
          </a:p>
          <a:p>
            <a:pPr lvl="1">
              <a:lnSpc>
                <a:spcPct val="90000"/>
              </a:lnSpc>
            </a:pPr>
            <a:endParaRPr lang="en-AU" sz="1800" dirty="0"/>
          </a:p>
        </p:txBody>
      </p:sp>
      <p:sp>
        <p:nvSpPr>
          <p:cNvPr id="1993732" name="Rectangle 4"/>
          <p:cNvSpPr>
            <a:spLocks noGrp="1" noChangeArrowheads="1"/>
          </p:cNvSpPr>
          <p:nvPr>
            <p:ph type="body" sz="half" idx="2"/>
          </p:nvPr>
        </p:nvSpPr>
        <p:spPr>
          <a:xfrm>
            <a:off x="4716016" y="1095797"/>
            <a:ext cx="4105275" cy="3989387"/>
          </a:xfrm>
        </p:spPr>
        <p:txBody>
          <a:bodyPr anchor="t"/>
          <a:lstStyle/>
          <a:p>
            <a:pPr>
              <a:buFontTx/>
              <a:buNone/>
            </a:pPr>
            <a:r>
              <a:rPr lang="en-AU" sz="2000" dirty="0">
                <a:solidFill>
                  <a:srgbClr val="C00000"/>
                </a:solidFill>
              </a:rPr>
              <a:t>Executable process models</a:t>
            </a:r>
          </a:p>
          <a:p>
            <a:pPr marL="457200" lvl="1" indent="-276225">
              <a:lnSpc>
                <a:spcPct val="90000"/>
              </a:lnSpc>
              <a:buFont typeface="Arial" panose="020B0604020202020204" pitchFamily="34" charset="0"/>
              <a:buChar char="•"/>
            </a:pPr>
            <a:r>
              <a:rPr lang="en-AU" sz="1800" dirty="0">
                <a:solidFill>
                  <a:schemeClr val="tx1">
                    <a:lumMod val="75000"/>
                    <a:lumOff val="25000"/>
                  </a:schemeClr>
                </a:solidFill>
              </a:rPr>
              <a:t>are made by IT experts</a:t>
            </a:r>
          </a:p>
          <a:p>
            <a:pPr marL="457200" lvl="1" indent="-276225">
              <a:lnSpc>
                <a:spcPct val="90000"/>
              </a:lnSpc>
              <a:buFont typeface="Arial" panose="020B0604020202020204" pitchFamily="34" charset="0"/>
              <a:buChar char="•"/>
            </a:pPr>
            <a:r>
              <a:rPr lang="en-AU" sz="1800" dirty="0">
                <a:solidFill>
                  <a:schemeClr val="tx1">
                    <a:lumMod val="75000"/>
                    <a:lumOff val="25000"/>
                  </a:schemeClr>
                </a:solidFill>
              </a:rPr>
              <a:t>provide input to a process enactment system - BPMS</a:t>
            </a:r>
          </a:p>
          <a:p>
            <a:pPr marL="457200" lvl="1" indent="-276225">
              <a:lnSpc>
                <a:spcPct val="90000"/>
              </a:lnSpc>
              <a:buFont typeface="Arial" panose="020B0604020202020204" pitchFamily="34" charset="0"/>
              <a:buChar char="•"/>
            </a:pPr>
            <a:r>
              <a:rPr lang="en-AU" sz="1800" dirty="0">
                <a:solidFill>
                  <a:schemeClr val="tx1">
                    <a:lumMod val="75000"/>
                    <a:lumOff val="25000"/>
                  </a:schemeClr>
                </a:solidFill>
              </a:rPr>
              <a:t>must be machine readable</a:t>
            </a:r>
          </a:p>
          <a:p>
            <a:pPr marL="457200" lvl="1" indent="-276225">
              <a:lnSpc>
                <a:spcPct val="90000"/>
              </a:lnSpc>
              <a:buFont typeface="Arial" panose="020B0604020202020204" pitchFamily="34" charset="0"/>
              <a:buChar char="•"/>
            </a:pPr>
            <a:r>
              <a:rPr lang="en-AU" sz="1800" dirty="0">
                <a:solidFill>
                  <a:schemeClr val="tx1">
                    <a:lumMod val="75000"/>
                    <a:lumOff val="25000"/>
                  </a:schemeClr>
                </a:solidFill>
              </a:rPr>
              <a:t>must be unambiguous and should not contain any uncertainties</a:t>
            </a:r>
          </a:p>
          <a:p>
            <a:pPr marL="457200" lvl="1" indent="-276225">
              <a:lnSpc>
                <a:spcPct val="90000"/>
              </a:lnSpc>
              <a:buFont typeface="Arial" panose="020B0604020202020204" pitchFamily="34" charset="0"/>
              <a:buChar char="•"/>
            </a:pPr>
            <a:r>
              <a:rPr lang="en-AU" sz="1800" dirty="0">
                <a:solidFill>
                  <a:schemeClr val="tx1">
                    <a:lumMod val="75000"/>
                    <a:lumOff val="25000"/>
                  </a:schemeClr>
                </a:solidFill>
              </a:rPr>
              <a:t>contain further details that are only relevant to implementation</a:t>
            </a:r>
          </a:p>
          <a:p>
            <a:pPr lvl="1"/>
            <a:endParaRPr lang="en-AU" sz="1800" dirty="0"/>
          </a:p>
        </p:txBody>
      </p:sp>
      <p:sp>
        <p:nvSpPr>
          <p:cNvPr id="11" name="Rectangle 2"/>
          <p:cNvSpPr>
            <a:spLocks noGrp="1" noChangeArrowheads="1"/>
          </p:cNvSpPr>
          <p:nvPr>
            <p:ph type="title"/>
          </p:nvPr>
        </p:nvSpPr>
        <p:spPr>
          <a:xfrm>
            <a:off x="180355" y="57150"/>
            <a:ext cx="7920037" cy="1143000"/>
          </a:xfrm>
        </p:spPr>
        <p:txBody>
          <a:bodyPr>
            <a:normAutofit/>
          </a:bodyPr>
          <a:lstStyle/>
          <a:p>
            <a:pPr algn="l"/>
            <a:r>
              <a:rPr lang="en-US" sz="3200" dirty="0">
                <a:solidFill>
                  <a:srgbClr val="C00000"/>
                </a:solidFill>
              </a:rPr>
              <a:t>The result: two sides of the story</a:t>
            </a:r>
          </a:p>
        </p:txBody>
      </p:sp>
      <p:pic>
        <p:nvPicPr>
          <p:cNvPr id="13" name="Picture 11" descr="board%20room"/>
          <p:cNvPicPr>
            <a:picLocks noChangeAspect="1" noChangeArrowheads="1"/>
          </p:cNvPicPr>
          <p:nvPr/>
        </p:nvPicPr>
        <p:blipFill>
          <a:blip r:embed="rId3" cstate="print"/>
          <a:srcRect/>
          <a:stretch>
            <a:fillRect/>
          </a:stretch>
        </p:blipFill>
        <p:spPr bwMode="auto">
          <a:xfrm>
            <a:off x="899592" y="4365104"/>
            <a:ext cx="1925639" cy="1394951"/>
          </a:xfrm>
          <a:prstGeom prst="rect">
            <a:avLst/>
          </a:prstGeom>
          <a:ln>
            <a:noFill/>
          </a:ln>
          <a:effectLst>
            <a:outerShdw blurRad="190500" algn="tl" rotWithShape="0">
              <a:srgbClr val="000000">
                <a:alpha val="70000"/>
              </a:srgbClr>
            </a:outerShdw>
          </a:effectLst>
        </p:spPr>
      </p:pic>
      <p:pic>
        <p:nvPicPr>
          <p:cNvPr id="14" name="Picture 14" descr="MPj04068300000[1]"/>
          <p:cNvPicPr>
            <a:picLocks noChangeAspect="1" noChangeArrowheads="1"/>
          </p:cNvPicPr>
          <p:nvPr/>
        </p:nvPicPr>
        <p:blipFill>
          <a:blip r:embed="rId4" cstate="print"/>
          <a:srcRect/>
          <a:stretch>
            <a:fillRect/>
          </a:stretch>
        </p:blipFill>
        <p:spPr bwMode="auto">
          <a:xfrm>
            <a:off x="5762227" y="4365104"/>
            <a:ext cx="2016125" cy="1347787"/>
          </a:xfrm>
          <a:prstGeom prst="rect">
            <a:avLst/>
          </a:prstGeom>
          <a:ln>
            <a:noFill/>
          </a:ln>
          <a:effectLst>
            <a:outerShdw blurRad="190500" algn="tl" rotWithShape="0">
              <a:srgbClr val="000000">
                <a:alpha val="70000"/>
              </a:srgbClr>
            </a:outerShdw>
          </a:effectLst>
        </p:spPr>
      </p:pic>
      <p:sp>
        <p:nvSpPr>
          <p:cNvPr id="8" name="Slide Number Placeholder 10"/>
          <p:cNvSpPr>
            <a:spLocks noGrp="1"/>
          </p:cNvSpPr>
          <p:nvPr>
            <p:ph type="sldNum" sz="quarter" idx="11"/>
          </p:nvPr>
        </p:nvSpPr>
        <p:spPr>
          <a:xfrm>
            <a:off x="8228806" y="6597352"/>
            <a:ext cx="533400" cy="152400"/>
          </a:xfrm>
        </p:spPr>
        <p:txBody>
          <a:bodyPr/>
          <a:lstStyle/>
          <a:p>
            <a:fld id="{F06E539D-8AB8-485C-BFEF-50E8D5427D32}" type="slidenum">
              <a:rPr lang="en-AU" sz="1600" smtClean="0">
                <a:solidFill>
                  <a:prstClr val="black">
                    <a:lumMod val="50000"/>
                    <a:lumOff val="50000"/>
                  </a:prstClr>
                </a:solidFill>
              </a:rPr>
              <a:pPr/>
              <a:t>22</a:t>
            </a:fld>
            <a:endParaRPr lang="en-AU" sz="1600" dirty="0">
              <a:solidFill>
                <a:prstClr val="black">
                  <a:lumMod val="50000"/>
                  <a:lumOff val="50000"/>
                </a:prstClr>
              </a:solidFill>
            </a:endParaRPr>
          </a:p>
        </p:txBody>
      </p:sp>
    </p:spTree>
    <p:extLst>
      <p:ext uri="{BB962C8B-B14F-4D97-AF65-F5344CB8AC3E}">
        <p14:creationId xmlns:p14="http://schemas.microsoft.com/office/powerpoint/2010/main" val="34914613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AU" sz="3200" dirty="0">
                <a:solidFill>
                  <a:srgbClr val="C00000"/>
                </a:solidFill>
              </a:rPr>
              <a:t>How to model: </a:t>
            </a:r>
            <a:br>
              <a:rPr lang="en-AU" sz="3200" dirty="0">
                <a:solidFill>
                  <a:srgbClr val="C00000"/>
                </a:solidFill>
              </a:rPr>
            </a:br>
            <a:r>
              <a:rPr lang="en-AU" sz="3200" dirty="0">
                <a:solidFill>
                  <a:srgbClr val="C00000"/>
                </a:solidFill>
              </a:rPr>
              <a:t>the BPMN language</a:t>
            </a:r>
          </a:p>
        </p:txBody>
      </p:sp>
    </p:spTree>
    <p:extLst>
      <p:ext uri="{BB962C8B-B14F-4D97-AF65-F5344CB8AC3E}">
        <p14:creationId xmlns:p14="http://schemas.microsoft.com/office/powerpoint/2010/main" val="22129138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p:nvPr>
        </p:nvSpPr>
        <p:spPr>
          <a:xfrm>
            <a:off x="266303" y="101989"/>
            <a:ext cx="8229600" cy="1173162"/>
          </a:xfrm>
        </p:spPr>
        <p:txBody>
          <a:bodyPr/>
          <a:lstStyle/>
          <a:p>
            <a:r>
              <a:rPr lang="en-AU" altLang="en-US" dirty="0">
                <a:ea typeface="ＭＳ Ｐゴシック" panose="020B0600070205080204" pitchFamily="34" charset="-128"/>
              </a:rPr>
              <a:t>Business Process Model and Notation (BPMN)</a:t>
            </a:r>
          </a:p>
        </p:txBody>
      </p:sp>
      <p:sp>
        <p:nvSpPr>
          <p:cNvPr id="22530" name="Rectangle 3"/>
          <p:cNvSpPr>
            <a:spLocks noGrp="1" noChangeArrowheads="1"/>
          </p:cNvSpPr>
          <p:nvPr>
            <p:ph type="body" idx="1"/>
          </p:nvPr>
        </p:nvSpPr>
        <p:spPr>
          <a:xfrm>
            <a:off x="266303" y="1151337"/>
            <a:ext cx="8711445" cy="4392612"/>
          </a:xfrm>
        </p:spPr>
        <p:txBody>
          <a:bodyPr/>
          <a:lstStyle/>
          <a:p>
            <a:pPr>
              <a:lnSpc>
                <a:spcPct val="90000"/>
              </a:lnSpc>
            </a:pPr>
            <a:r>
              <a:rPr lang="en-AU" altLang="en-US" dirty="0">
                <a:ea typeface="ＭＳ Ｐゴシック" panose="020B0600070205080204" pitchFamily="34" charset="-128"/>
              </a:rPr>
              <a:t>OMG standard (nowadays BPMN 2.0)</a:t>
            </a:r>
          </a:p>
          <a:p>
            <a:pPr>
              <a:lnSpc>
                <a:spcPct val="90000"/>
              </a:lnSpc>
            </a:pPr>
            <a:r>
              <a:rPr lang="en-AU" altLang="en-US" dirty="0">
                <a:ea typeface="ＭＳ Ｐゴシック" panose="020B0600070205080204" pitchFamily="34" charset="-128"/>
              </a:rPr>
              <a:t>Supported by numerous tools: </a:t>
            </a:r>
            <a:r>
              <a:rPr lang="en-AU" dirty="0">
                <a:hlinkClick r:id="rId3"/>
              </a:rPr>
              <a:t>bpmn.org</a:t>
            </a:r>
            <a:r>
              <a:rPr lang="en-AU" dirty="0"/>
              <a:t> lists over 70 tools (Jan 15)</a:t>
            </a:r>
          </a:p>
          <a:p>
            <a:r>
              <a:rPr lang="en-AU" altLang="en-US" dirty="0">
                <a:ea typeface="ＭＳ Ｐゴシック" panose="020B0600070205080204" pitchFamily="34" charset="-128"/>
              </a:rPr>
              <a:t>Both for conceptual and executable models</a:t>
            </a:r>
            <a:endParaRPr lang="en-AU" dirty="0"/>
          </a:p>
          <a:p>
            <a:pPr>
              <a:lnSpc>
                <a:spcPct val="90000"/>
              </a:lnSpc>
            </a:pPr>
            <a:endParaRPr lang="en-AU" altLang="en-US" dirty="0">
              <a:ea typeface="ＭＳ Ｐゴシック" panose="020B0600070205080204" pitchFamily="34" charset="-128"/>
            </a:endParaRPr>
          </a:p>
        </p:txBody>
      </p:sp>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69664" y="3791615"/>
            <a:ext cx="3710825" cy="1752334"/>
          </a:xfrm>
          <a:prstGeom prst="rect">
            <a:avLst/>
          </a:prstGeom>
        </p:spPr>
      </p:pic>
    </p:spTree>
    <p:extLst>
      <p:ext uri="{BB962C8B-B14F-4D97-AF65-F5344CB8AC3E}">
        <p14:creationId xmlns:p14="http://schemas.microsoft.com/office/powerpoint/2010/main" val="398156264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746" name="Rectangle 2"/>
          <p:cNvSpPr>
            <a:spLocks noGrp="1" noChangeArrowheads="1"/>
          </p:cNvSpPr>
          <p:nvPr>
            <p:ph type="title"/>
          </p:nvPr>
        </p:nvSpPr>
        <p:spPr/>
        <p:txBody>
          <a:bodyPr/>
          <a:lstStyle/>
          <a:p>
            <a:r>
              <a:rPr lang="en-AU" dirty="0"/>
              <a:t>Objective of the BPMN initiative</a:t>
            </a:r>
          </a:p>
        </p:txBody>
      </p:sp>
      <p:sp>
        <p:nvSpPr>
          <p:cNvPr id="1055747" name="Text Box 3"/>
          <p:cNvSpPr txBox="1">
            <a:spLocks noChangeArrowheads="1"/>
          </p:cNvSpPr>
          <p:nvPr/>
        </p:nvSpPr>
        <p:spPr bwMode="auto">
          <a:xfrm>
            <a:off x="1551436" y="2084388"/>
            <a:ext cx="2233612" cy="336550"/>
          </a:xfrm>
          <a:prstGeom prst="rect">
            <a:avLst/>
          </a:prstGeom>
          <a:noFill/>
          <a:ln w="9525" algn="ctr">
            <a:noFill/>
            <a:miter lim="800000"/>
            <a:headEnd/>
            <a:tailEnd/>
          </a:ln>
          <a:effectLst/>
        </p:spPr>
        <p:txBody>
          <a:bodyPr>
            <a:spAutoFit/>
          </a:bodyPr>
          <a:lstStyle/>
          <a:p>
            <a:pPr algn="r" fontAlgn="base">
              <a:spcBef>
                <a:spcPct val="50000"/>
              </a:spcBef>
              <a:spcAft>
                <a:spcPct val="0"/>
              </a:spcAft>
              <a:buClr>
                <a:srgbClr val="E7ECED"/>
              </a:buClr>
              <a:buFont typeface="Wingdings" pitchFamily="2" charset="2"/>
              <a:buNone/>
            </a:pPr>
            <a:r>
              <a:rPr lang="en-AU" sz="1600" dirty="0">
                <a:solidFill>
                  <a:prstClr val="black">
                    <a:lumMod val="75000"/>
                    <a:lumOff val="25000"/>
                  </a:prstClr>
                </a:solidFill>
                <a:latin typeface="Arial" charset="0"/>
                <a:ea typeface="ＭＳ Ｐゴシック" pitchFamily="34" charset="-128"/>
              </a:rPr>
              <a:t>Organisational design</a:t>
            </a:r>
          </a:p>
        </p:txBody>
      </p:sp>
      <p:sp>
        <p:nvSpPr>
          <p:cNvPr id="1055748" name="Text Box 4"/>
          <p:cNvSpPr txBox="1">
            <a:spLocks noChangeArrowheads="1"/>
          </p:cNvSpPr>
          <p:nvPr/>
        </p:nvSpPr>
        <p:spPr bwMode="auto">
          <a:xfrm>
            <a:off x="1508573" y="5019900"/>
            <a:ext cx="2233613" cy="584775"/>
          </a:xfrm>
          <a:prstGeom prst="rect">
            <a:avLst/>
          </a:prstGeom>
          <a:noFill/>
          <a:ln w="9525" algn="ctr">
            <a:noFill/>
            <a:miter lim="800000"/>
            <a:headEnd/>
            <a:tailEnd/>
          </a:ln>
          <a:effectLst/>
        </p:spPr>
        <p:txBody>
          <a:bodyPr>
            <a:spAutoFit/>
          </a:bodyPr>
          <a:lstStyle/>
          <a:p>
            <a:pPr algn="r" fontAlgn="base">
              <a:spcBef>
                <a:spcPct val="50000"/>
              </a:spcBef>
              <a:spcAft>
                <a:spcPct val="0"/>
              </a:spcAft>
              <a:buClr>
                <a:srgbClr val="E7ECED"/>
              </a:buClr>
              <a:buFont typeface="Wingdings" pitchFamily="2" charset="2"/>
              <a:buNone/>
            </a:pPr>
            <a:r>
              <a:rPr lang="en-AU" sz="1600" dirty="0">
                <a:solidFill>
                  <a:prstClr val="black">
                    <a:lumMod val="75000"/>
                    <a:lumOff val="25000"/>
                  </a:prstClr>
                </a:solidFill>
                <a:latin typeface="Arial" charset="0"/>
                <a:ea typeface="ＭＳ Ｐゴシック" pitchFamily="34" charset="-128"/>
              </a:rPr>
              <a:t>Application system design</a:t>
            </a:r>
          </a:p>
        </p:txBody>
      </p:sp>
      <p:sp>
        <p:nvSpPr>
          <p:cNvPr id="1055749" name="AutoShape 5"/>
          <p:cNvSpPr>
            <a:spLocks noChangeArrowheads="1"/>
          </p:cNvSpPr>
          <p:nvPr/>
        </p:nvSpPr>
        <p:spPr bwMode="auto">
          <a:xfrm>
            <a:off x="4046986" y="1989138"/>
            <a:ext cx="485775" cy="3744912"/>
          </a:xfrm>
          <a:prstGeom prst="downArrow">
            <a:avLst>
              <a:gd name="adj1" fmla="val 50000"/>
              <a:gd name="adj2" fmla="val 192729"/>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eaLnBrk="0" fontAlgn="base" hangingPunct="0">
              <a:spcBef>
                <a:spcPct val="0"/>
              </a:spcBef>
              <a:spcAft>
                <a:spcPct val="0"/>
              </a:spcAft>
            </a:pPr>
            <a:endParaRPr lang="en-AU" sz="2200">
              <a:solidFill>
                <a:prstClr val="black">
                  <a:lumMod val="75000"/>
                  <a:lumOff val="25000"/>
                </a:prstClr>
              </a:solidFill>
            </a:endParaRPr>
          </a:p>
        </p:txBody>
      </p:sp>
      <p:sp>
        <p:nvSpPr>
          <p:cNvPr id="1055750" name="Text Box 6"/>
          <p:cNvSpPr txBox="1">
            <a:spLocks noChangeArrowheads="1"/>
          </p:cNvSpPr>
          <p:nvPr/>
        </p:nvSpPr>
        <p:spPr bwMode="auto">
          <a:xfrm>
            <a:off x="1724473" y="1412875"/>
            <a:ext cx="5113338" cy="396875"/>
          </a:xfrm>
          <a:prstGeom prst="rect">
            <a:avLst/>
          </a:prstGeom>
          <a:noFill/>
          <a:ln w="9525" algn="ctr">
            <a:noFill/>
            <a:miter lim="800000"/>
            <a:headEnd/>
            <a:tailEnd/>
          </a:ln>
          <a:effectLst/>
        </p:spPr>
        <p:txBody>
          <a:bodyPr>
            <a:spAutoFit/>
          </a:bodyPr>
          <a:lstStyle/>
          <a:p>
            <a:pPr algn="ctr" fontAlgn="base">
              <a:spcBef>
                <a:spcPct val="50000"/>
              </a:spcBef>
              <a:spcAft>
                <a:spcPct val="0"/>
              </a:spcAft>
              <a:buClr>
                <a:srgbClr val="E7ECED"/>
              </a:buClr>
              <a:buFont typeface="Wingdings" pitchFamily="2" charset="2"/>
              <a:buNone/>
            </a:pPr>
            <a:r>
              <a:rPr lang="en-AU" sz="2000">
                <a:solidFill>
                  <a:prstClr val="black">
                    <a:lumMod val="75000"/>
                    <a:lumOff val="25000"/>
                  </a:prstClr>
                </a:solidFill>
                <a:latin typeface="Arial" charset="0"/>
                <a:ea typeface="ＭＳ Ｐゴシック" pitchFamily="34" charset="-128"/>
              </a:rPr>
              <a:t>Modelling Purpose	    Target Audience</a:t>
            </a:r>
          </a:p>
        </p:txBody>
      </p:sp>
      <p:sp>
        <p:nvSpPr>
          <p:cNvPr id="1055751" name="Text Box 7"/>
          <p:cNvSpPr txBox="1">
            <a:spLocks noChangeArrowheads="1"/>
          </p:cNvSpPr>
          <p:nvPr/>
        </p:nvSpPr>
        <p:spPr bwMode="auto">
          <a:xfrm>
            <a:off x="4894711" y="2060575"/>
            <a:ext cx="2233612" cy="584775"/>
          </a:xfrm>
          <a:prstGeom prst="rect">
            <a:avLst/>
          </a:prstGeom>
          <a:noFill/>
          <a:ln w="9525" algn="ctr">
            <a:noFill/>
            <a:miter lim="800000"/>
            <a:headEnd/>
            <a:tailEnd/>
          </a:ln>
          <a:effectLst/>
        </p:spPr>
        <p:txBody>
          <a:bodyPr>
            <a:spAutoFit/>
          </a:bodyPr>
          <a:lstStyle/>
          <a:p>
            <a:pPr fontAlgn="base">
              <a:spcBef>
                <a:spcPct val="50000"/>
              </a:spcBef>
              <a:spcAft>
                <a:spcPct val="0"/>
              </a:spcAft>
              <a:buClr>
                <a:srgbClr val="E7ECED"/>
              </a:buClr>
              <a:buFont typeface="Wingdings" pitchFamily="2" charset="2"/>
              <a:buNone/>
            </a:pPr>
            <a:r>
              <a:rPr lang="en-AU" sz="1600" dirty="0">
                <a:solidFill>
                  <a:prstClr val="black">
                    <a:lumMod val="75000"/>
                    <a:lumOff val="25000"/>
                  </a:prstClr>
                </a:solidFill>
                <a:latin typeface="Arial" charset="0"/>
                <a:ea typeface="ＭＳ Ｐゴシック" pitchFamily="34" charset="-128"/>
              </a:rPr>
              <a:t>Managers/Strategy Consultants</a:t>
            </a:r>
          </a:p>
        </p:txBody>
      </p:sp>
      <p:sp>
        <p:nvSpPr>
          <p:cNvPr id="1055752" name="Text Box 8"/>
          <p:cNvSpPr txBox="1">
            <a:spLocks noChangeArrowheads="1"/>
          </p:cNvSpPr>
          <p:nvPr/>
        </p:nvSpPr>
        <p:spPr bwMode="auto">
          <a:xfrm>
            <a:off x="4893123" y="2860675"/>
            <a:ext cx="2233613" cy="338554"/>
          </a:xfrm>
          <a:prstGeom prst="rect">
            <a:avLst/>
          </a:prstGeom>
          <a:noFill/>
          <a:ln w="9525" algn="ctr">
            <a:noFill/>
            <a:miter lim="800000"/>
            <a:headEnd/>
            <a:tailEnd/>
          </a:ln>
          <a:effectLst/>
        </p:spPr>
        <p:txBody>
          <a:bodyPr>
            <a:spAutoFit/>
          </a:bodyPr>
          <a:lstStyle/>
          <a:p>
            <a:pPr fontAlgn="base">
              <a:spcBef>
                <a:spcPct val="50000"/>
              </a:spcBef>
              <a:spcAft>
                <a:spcPct val="0"/>
              </a:spcAft>
              <a:buClr>
                <a:srgbClr val="E7ECED"/>
              </a:buClr>
              <a:buFont typeface="Wingdings" pitchFamily="2" charset="2"/>
              <a:buNone/>
            </a:pPr>
            <a:r>
              <a:rPr lang="en-AU" sz="1600" dirty="0">
                <a:solidFill>
                  <a:prstClr val="black">
                    <a:lumMod val="75000"/>
                    <a:lumOff val="25000"/>
                  </a:prstClr>
                </a:solidFill>
                <a:latin typeface="Arial" charset="0"/>
                <a:ea typeface="ＭＳ Ｐゴシック" pitchFamily="34" charset="-128"/>
              </a:rPr>
              <a:t>Process Owners</a:t>
            </a:r>
          </a:p>
        </p:txBody>
      </p:sp>
      <p:sp>
        <p:nvSpPr>
          <p:cNvPr id="1055753" name="Text Box 9"/>
          <p:cNvSpPr txBox="1">
            <a:spLocks noChangeArrowheads="1"/>
          </p:cNvSpPr>
          <p:nvPr/>
        </p:nvSpPr>
        <p:spPr bwMode="auto">
          <a:xfrm>
            <a:off x="4893123" y="3652838"/>
            <a:ext cx="2233613" cy="336550"/>
          </a:xfrm>
          <a:prstGeom prst="rect">
            <a:avLst/>
          </a:prstGeom>
          <a:noFill/>
          <a:ln w="9525" algn="ctr">
            <a:noFill/>
            <a:miter lim="800000"/>
            <a:headEnd/>
            <a:tailEnd/>
          </a:ln>
          <a:effectLst/>
        </p:spPr>
        <p:txBody>
          <a:bodyPr>
            <a:spAutoFit/>
          </a:bodyPr>
          <a:lstStyle/>
          <a:p>
            <a:pPr fontAlgn="base">
              <a:spcBef>
                <a:spcPct val="50000"/>
              </a:spcBef>
              <a:spcAft>
                <a:spcPct val="0"/>
              </a:spcAft>
              <a:buClr>
                <a:srgbClr val="E7ECED"/>
              </a:buClr>
              <a:buFont typeface="Wingdings" pitchFamily="2" charset="2"/>
              <a:buNone/>
            </a:pPr>
            <a:r>
              <a:rPr lang="en-AU" sz="1600" dirty="0">
                <a:solidFill>
                  <a:prstClr val="black">
                    <a:lumMod val="75000"/>
                    <a:lumOff val="25000"/>
                  </a:prstClr>
                </a:solidFill>
                <a:latin typeface="Arial" charset="0"/>
                <a:ea typeface="ＭＳ Ｐゴシック" pitchFamily="34" charset="-128"/>
              </a:rPr>
              <a:t>Business Analysts</a:t>
            </a:r>
          </a:p>
        </p:txBody>
      </p:sp>
      <p:sp>
        <p:nvSpPr>
          <p:cNvPr id="1055754" name="Text Box 10"/>
          <p:cNvSpPr txBox="1">
            <a:spLocks noChangeArrowheads="1"/>
          </p:cNvSpPr>
          <p:nvPr/>
        </p:nvSpPr>
        <p:spPr bwMode="auto">
          <a:xfrm>
            <a:off x="4893123" y="4445000"/>
            <a:ext cx="2233613" cy="336550"/>
          </a:xfrm>
          <a:prstGeom prst="rect">
            <a:avLst/>
          </a:prstGeom>
          <a:noFill/>
          <a:ln w="9525" algn="ctr">
            <a:noFill/>
            <a:miter lim="800000"/>
            <a:headEnd/>
            <a:tailEnd/>
          </a:ln>
          <a:effectLst/>
        </p:spPr>
        <p:txBody>
          <a:bodyPr>
            <a:spAutoFit/>
          </a:bodyPr>
          <a:lstStyle/>
          <a:p>
            <a:pPr fontAlgn="base">
              <a:spcBef>
                <a:spcPct val="50000"/>
              </a:spcBef>
              <a:spcAft>
                <a:spcPct val="0"/>
              </a:spcAft>
              <a:buClr>
                <a:srgbClr val="E7ECED"/>
              </a:buClr>
              <a:buFont typeface="Wingdings" pitchFamily="2" charset="2"/>
              <a:buNone/>
            </a:pPr>
            <a:r>
              <a:rPr lang="en-AU" sz="1600" dirty="0">
                <a:solidFill>
                  <a:prstClr val="black">
                    <a:lumMod val="75000"/>
                    <a:lumOff val="25000"/>
                  </a:prstClr>
                </a:solidFill>
                <a:latin typeface="Arial" charset="0"/>
                <a:ea typeface="ＭＳ Ｐゴシック" pitchFamily="34" charset="-128"/>
              </a:rPr>
              <a:t>Solution Architects</a:t>
            </a:r>
          </a:p>
        </p:txBody>
      </p:sp>
      <p:sp>
        <p:nvSpPr>
          <p:cNvPr id="1055755" name="Text Box 11"/>
          <p:cNvSpPr txBox="1">
            <a:spLocks noChangeArrowheads="1"/>
          </p:cNvSpPr>
          <p:nvPr/>
        </p:nvSpPr>
        <p:spPr bwMode="auto">
          <a:xfrm>
            <a:off x="4893123" y="5237163"/>
            <a:ext cx="2233613" cy="336550"/>
          </a:xfrm>
          <a:prstGeom prst="rect">
            <a:avLst/>
          </a:prstGeom>
          <a:noFill/>
          <a:ln w="9525" algn="ctr">
            <a:noFill/>
            <a:miter lim="800000"/>
            <a:headEnd/>
            <a:tailEnd/>
          </a:ln>
          <a:effectLst/>
        </p:spPr>
        <p:txBody>
          <a:bodyPr>
            <a:spAutoFit/>
          </a:bodyPr>
          <a:lstStyle/>
          <a:p>
            <a:pPr fontAlgn="base">
              <a:spcBef>
                <a:spcPct val="50000"/>
              </a:spcBef>
              <a:spcAft>
                <a:spcPct val="0"/>
              </a:spcAft>
              <a:buClr>
                <a:srgbClr val="E7ECED"/>
              </a:buClr>
              <a:buFont typeface="Wingdings" pitchFamily="2" charset="2"/>
              <a:buNone/>
            </a:pPr>
            <a:r>
              <a:rPr lang="en-AU" sz="1600" dirty="0">
                <a:solidFill>
                  <a:prstClr val="black">
                    <a:lumMod val="75000"/>
                    <a:lumOff val="25000"/>
                  </a:prstClr>
                </a:solidFill>
                <a:latin typeface="Arial" charset="0"/>
                <a:ea typeface="ＭＳ Ｐゴシック" pitchFamily="34" charset="-128"/>
              </a:rPr>
              <a:t>Software Developers</a:t>
            </a:r>
          </a:p>
        </p:txBody>
      </p:sp>
      <p:sp>
        <p:nvSpPr>
          <p:cNvPr id="1055756" name="AutoShape 12"/>
          <p:cNvSpPr>
            <a:spLocks noChangeArrowheads="1"/>
          </p:cNvSpPr>
          <p:nvPr/>
        </p:nvSpPr>
        <p:spPr bwMode="auto">
          <a:xfrm>
            <a:off x="1545042" y="2874342"/>
            <a:ext cx="5545138" cy="2814828"/>
          </a:xfrm>
          <a:prstGeom prst="roundRect">
            <a:avLst>
              <a:gd name="adj" fmla="val 16667"/>
            </a:avLst>
          </a:prstGeom>
          <a:solidFill>
            <a:schemeClr val="accent3">
              <a:lumMod val="60000"/>
              <a:lumOff val="40000"/>
              <a:alpha val="50000"/>
            </a:schemeClr>
          </a:solidFill>
          <a:ln w="9525" algn="ctr">
            <a:solidFill>
              <a:srgbClr val="FFFF99"/>
            </a:solidFill>
            <a:round/>
            <a:headEnd/>
            <a:tailEnd/>
          </a:ln>
          <a:effectLst/>
        </p:spPr>
        <p:txBody>
          <a:bodyPr wrap="none" anchor="ctr"/>
          <a:lstStyle/>
          <a:p>
            <a:pPr algn="ctr" fontAlgn="base">
              <a:spcBef>
                <a:spcPct val="20000"/>
              </a:spcBef>
              <a:spcAft>
                <a:spcPct val="0"/>
              </a:spcAft>
              <a:buClr>
                <a:srgbClr val="E7ECED"/>
              </a:buClr>
              <a:buFont typeface="Wingdings" pitchFamily="2" charset="2"/>
              <a:buNone/>
            </a:pPr>
            <a:endParaRPr lang="en-AU" sz="3600" dirty="0">
              <a:solidFill>
                <a:prstClr val="black">
                  <a:lumMod val="75000"/>
                  <a:lumOff val="25000"/>
                </a:prstClr>
              </a:solidFill>
              <a:ea typeface="ＭＳ Ｐゴシック" pitchFamily="34" charset="-128"/>
            </a:endParaRPr>
          </a:p>
          <a:p>
            <a:pPr algn="ctr" fontAlgn="base">
              <a:spcBef>
                <a:spcPct val="20000"/>
              </a:spcBef>
              <a:spcAft>
                <a:spcPct val="0"/>
              </a:spcAft>
              <a:buClr>
                <a:srgbClr val="E7ECED"/>
              </a:buClr>
              <a:buFont typeface="Wingdings" pitchFamily="2" charset="2"/>
              <a:buNone/>
            </a:pPr>
            <a:r>
              <a:rPr lang="en-AU" sz="3600" dirty="0">
                <a:solidFill>
                  <a:prstClr val="black">
                    <a:lumMod val="75000"/>
                    <a:lumOff val="25000"/>
                  </a:prstClr>
                </a:solidFill>
                <a:ea typeface="ＭＳ Ｐゴシック" pitchFamily="34" charset="-128"/>
              </a:rPr>
              <a:t>Scope</a:t>
            </a:r>
            <a:endParaRPr lang="en-AU" sz="2000" dirty="0">
              <a:solidFill>
                <a:prstClr val="black">
                  <a:lumMod val="75000"/>
                  <a:lumOff val="25000"/>
                </a:prstClr>
              </a:solidFill>
              <a:ea typeface="ＭＳ Ｐゴシック" pitchFamily="34" charset="-128"/>
            </a:endParaRPr>
          </a:p>
          <a:p>
            <a:pPr algn="ctr" fontAlgn="base">
              <a:spcBef>
                <a:spcPct val="20000"/>
              </a:spcBef>
              <a:spcAft>
                <a:spcPct val="0"/>
              </a:spcAft>
              <a:buClr>
                <a:srgbClr val="E7ECED"/>
              </a:buClr>
              <a:buFont typeface="Wingdings" pitchFamily="2" charset="2"/>
              <a:buNone/>
            </a:pPr>
            <a:endParaRPr lang="en-AU" sz="2000" dirty="0">
              <a:solidFill>
                <a:prstClr val="black">
                  <a:lumMod val="75000"/>
                  <a:lumOff val="25000"/>
                </a:prstClr>
              </a:solidFill>
              <a:effectLst>
                <a:outerShdw blurRad="38100" dist="38100" dir="2700000" algn="tl">
                  <a:srgbClr val="000000"/>
                </a:outerShdw>
              </a:effectLst>
              <a:latin typeface="Arial" charset="0"/>
              <a:ea typeface="ＭＳ Ｐゴシック" pitchFamily="34" charset="-128"/>
            </a:endParaRPr>
          </a:p>
          <a:p>
            <a:pPr algn="ctr" fontAlgn="base">
              <a:spcBef>
                <a:spcPct val="20000"/>
              </a:spcBef>
              <a:spcAft>
                <a:spcPct val="0"/>
              </a:spcAft>
              <a:buClr>
                <a:srgbClr val="E7ECED"/>
              </a:buClr>
              <a:buFont typeface="Wingdings" pitchFamily="2" charset="2"/>
              <a:buNone/>
            </a:pPr>
            <a:endParaRPr lang="en-AU" sz="2000" dirty="0">
              <a:solidFill>
                <a:prstClr val="black">
                  <a:lumMod val="75000"/>
                  <a:lumOff val="25000"/>
                </a:prstClr>
              </a:solidFill>
              <a:effectLst>
                <a:outerShdw blurRad="38100" dist="38100" dir="2700000" algn="tl">
                  <a:srgbClr val="000000"/>
                </a:outerShdw>
              </a:effectLst>
              <a:latin typeface="Arial" charset="0"/>
              <a:ea typeface="ＭＳ Ｐゴシック" pitchFamily="34" charset="-128"/>
            </a:endParaRPr>
          </a:p>
          <a:p>
            <a:pPr algn="ctr" fontAlgn="base">
              <a:spcBef>
                <a:spcPct val="20000"/>
              </a:spcBef>
              <a:spcAft>
                <a:spcPct val="0"/>
              </a:spcAft>
              <a:buClr>
                <a:srgbClr val="E7ECED"/>
              </a:buClr>
              <a:buFont typeface="Wingdings" pitchFamily="2" charset="2"/>
              <a:buNone/>
            </a:pPr>
            <a:endParaRPr lang="en-AU" sz="2000" dirty="0">
              <a:solidFill>
                <a:prstClr val="black">
                  <a:lumMod val="75000"/>
                  <a:lumOff val="25000"/>
                </a:prstClr>
              </a:solidFill>
              <a:effectLst>
                <a:outerShdw blurRad="38100" dist="38100" dir="2700000" algn="tl">
                  <a:srgbClr val="000000"/>
                </a:outerShdw>
              </a:effectLst>
              <a:latin typeface="Arial" charset="0"/>
              <a:ea typeface="ＭＳ Ｐゴシック" pitchFamily="34" charset="-128"/>
            </a:endParaRPr>
          </a:p>
          <a:p>
            <a:pPr algn="ctr" fontAlgn="base">
              <a:spcBef>
                <a:spcPct val="20000"/>
              </a:spcBef>
              <a:spcAft>
                <a:spcPct val="0"/>
              </a:spcAft>
              <a:buClr>
                <a:srgbClr val="E7ECED"/>
              </a:buClr>
              <a:buFont typeface="Wingdings" pitchFamily="2" charset="2"/>
              <a:buNone/>
            </a:pPr>
            <a:endParaRPr lang="en-AU" sz="2000" dirty="0">
              <a:solidFill>
                <a:prstClr val="black">
                  <a:lumMod val="75000"/>
                  <a:lumOff val="25000"/>
                </a:prstClr>
              </a:solidFill>
              <a:effectLst>
                <a:outerShdw blurRad="38100" dist="38100" dir="2700000" algn="tl">
                  <a:srgbClr val="000000"/>
                </a:outerShdw>
              </a:effectLst>
              <a:latin typeface="Arial" charset="0"/>
              <a:ea typeface="ＭＳ Ｐゴシック" pitchFamily="34" charset="-128"/>
            </a:endParaRP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25</a:t>
            </a:fld>
            <a:endParaRPr lang="en-AU">
              <a:solidFill>
                <a:prstClr val="black">
                  <a:lumMod val="50000"/>
                  <a:lumOff val="50000"/>
                </a:prstClr>
              </a:solidFill>
            </a:endParaRPr>
          </a:p>
        </p:txBody>
      </p:sp>
    </p:spTree>
    <p:extLst>
      <p:ext uri="{BB962C8B-B14F-4D97-AF65-F5344CB8AC3E}">
        <p14:creationId xmlns:p14="http://schemas.microsoft.com/office/powerpoint/2010/main" val="3423719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55749"/>
                                        </p:tgtEl>
                                        <p:attrNameLst>
                                          <p:attrName>style.visibility</p:attrName>
                                        </p:attrNameLst>
                                      </p:cBhvr>
                                      <p:to>
                                        <p:strVal val="visible"/>
                                      </p:to>
                                    </p:set>
                                    <p:animEffect transition="in" filter="wipe(up)">
                                      <p:cBhvr>
                                        <p:cTn id="7" dur="500"/>
                                        <p:tgtEl>
                                          <p:spTgt spid="105574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55756"/>
                                        </p:tgtEl>
                                        <p:attrNameLst>
                                          <p:attrName>style.visibility</p:attrName>
                                        </p:attrNameLst>
                                      </p:cBhvr>
                                      <p:to>
                                        <p:strVal val="visible"/>
                                      </p:to>
                                    </p:set>
                                    <p:animEffect transition="in" filter="fade">
                                      <p:cBhvr>
                                        <p:cTn id="12" dur="500"/>
                                        <p:tgtEl>
                                          <p:spTgt spid="1055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5749" grpId="0" animBg="1"/>
      <p:bldP spid="105575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p:txBody>
          <a:bodyPr/>
          <a:lstStyle/>
          <a:p>
            <a:r>
              <a:rPr lang="en-US" altLang="en-US" dirty="0">
                <a:ea typeface="ＭＳ Ｐゴシック" panose="020B0600070205080204" pitchFamily="34" charset="-128"/>
              </a:rPr>
              <a:t>BPMN from </a:t>
            </a:r>
            <a:r>
              <a:rPr lang="en-AU" altLang="en-US" dirty="0">
                <a:ea typeface="ＭＳ Ｐゴシック" panose="020B0600070205080204" pitchFamily="34" charset="-128"/>
              </a:rPr>
              <a:t>10,000 miles…</a:t>
            </a:r>
            <a:r>
              <a:rPr lang="en-US" altLang="en-US" dirty="0">
                <a:ea typeface="ＭＳ Ｐゴシック" panose="020B0600070205080204" pitchFamily="34" charset="-128"/>
              </a:rPr>
              <a:t> </a:t>
            </a:r>
            <a:endParaRPr lang="et-EE" altLang="en-US" dirty="0">
              <a:ea typeface="ＭＳ Ｐゴシック" panose="020B0600070205080204" pitchFamily="34" charset="-128"/>
            </a:endParaRPr>
          </a:p>
        </p:txBody>
      </p:sp>
      <p:sp>
        <p:nvSpPr>
          <p:cNvPr id="24578" name="Content Placeholder 2"/>
          <p:cNvSpPr>
            <a:spLocks noGrp="1"/>
          </p:cNvSpPr>
          <p:nvPr>
            <p:ph idx="1"/>
          </p:nvPr>
        </p:nvSpPr>
        <p:spPr>
          <a:xfrm>
            <a:off x="317287" y="1137943"/>
            <a:ext cx="8509426" cy="1943100"/>
          </a:xfrm>
        </p:spPr>
        <p:txBody>
          <a:bodyPr>
            <a:noAutofit/>
          </a:bodyPr>
          <a:lstStyle/>
          <a:p>
            <a:pPr marL="0" indent="0">
              <a:buNone/>
            </a:pPr>
            <a:r>
              <a:rPr lang="en-AU" dirty="0"/>
              <a:t>Based on popular graphical flowcharts:</a:t>
            </a:r>
          </a:p>
          <a:p>
            <a:pPr>
              <a:buFontTx/>
              <a:buChar char="-"/>
            </a:pPr>
            <a:r>
              <a:rPr lang="en-AU" dirty="0"/>
              <a:t>Core set of notation elements</a:t>
            </a:r>
          </a:p>
          <a:p>
            <a:pPr>
              <a:buFontTx/>
              <a:buChar char="-"/>
            </a:pPr>
            <a:r>
              <a:rPr lang="en-AU" dirty="0"/>
              <a:t>Each core element has various subtypes</a:t>
            </a:r>
          </a:p>
          <a:p>
            <a:pPr marL="0" indent="0">
              <a:buNone/>
            </a:pPr>
            <a:endParaRPr lang="en-AU" altLang="en-US" dirty="0">
              <a:ea typeface="ＭＳ Ｐゴシック" panose="020B0600070205080204" pitchFamily="34" charset="-128"/>
            </a:endParaRPr>
          </a:p>
          <a:p>
            <a:pPr marL="0" indent="0">
              <a:buNone/>
            </a:pPr>
            <a:r>
              <a:rPr lang="en-AU" altLang="en-US" dirty="0">
                <a:ea typeface="ＭＳ Ｐゴシック" panose="020B0600070205080204" pitchFamily="34" charset="-128"/>
              </a:rPr>
              <a:t>A BPMN process model is a graph consisting of four types of </a:t>
            </a:r>
            <a:r>
              <a:rPr lang="en-AU" altLang="en-US" b="1" dirty="0">
                <a:ea typeface="ＭＳ Ｐゴシック" panose="020B0600070205080204" pitchFamily="34" charset="-128"/>
              </a:rPr>
              <a:t>core elements</a:t>
            </a:r>
            <a:r>
              <a:rPr lang="en-AU" altLang="en-US" dirty="0">
                <a:ea typeface="ＭＳ Ｐゴシック" panose="020B0600070205080204" pitchFamily="34" charset="-128"/>
              </a:rPr>
              <a:t>:</a:t>
            </a:r>
          </a:p>
          <a:p>
            <a:endParaRPr lang="et-EE" altLang="en-US" dirty="0">
              <a:ea typeface="ＭＳ Ｐゴシック" panose="020B0600070205080204" pitchFamily="34" charset="-128"/>
            </a:endParaRPr>
          </a:p>
        </p:txBody>
      </p:sp>
      <p:graphicFrame>
        <p:nvGraphicFramePr>
          <p:cNvPr id="5" name="Object 8"/>
          <p:cNvGraphicFramePr>
            <a:graphicFrameLocks noChangeAspect="1"/>
          </p:cNvGraphicFramePr>
          <p:nvPr/>
        </p:nvGraphicFramePr>
        <p:xfrm>
          <a:off x="515143" y="4079919"/>
          <a:ext cx="1612900" cy="1092200"/>
        </p:xfrm>
        <a:graphic>
          <a:graphicData uri="http://schemas.openxmlformats.org/presentationml/2006/ole">
            <mc:AlternateContent xmlns:mc="http://schemas.openxmlformats.org/markup-compatibility/2006">
              <mc:Choice xmlns:v="urn:schemas-microsoft-com:vml" Requires="v">
                <p:oleObj name="Visio" r:id="rId3" imgW="1117640" imgH="757595" progId="Visio.Drawing.11">
                  <p:embed/>
                </p:oleObj>
              </mc:Choice>
              <mc:Fallback>
                <p:oleObj name="Visio" r:id="rId3" imgW="1117640" imgH="757595"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143" y="4079919"/>
                        <a:ext cx="1612900" cy="109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7"/>
          <p:cNvGraphicFramePr>
            <a:graphicFrameLocks noChangeAspect="1"/>
          </p:cNvGraphicFramePr>
          <p:nvPr/>
        </p:nvGraphicFramePr>
        <p:xfrm>
          <a:off x="5314647" y="4125161"/>
          <a:ext cx="1054100" cy="1054100"/>
        </p:xfrm>
        <a:graphic>
          <a:graphicData uri="http://schemas.openxmlformats.org/presentationml/2006/ole">
            <mc:AlternateContent xmlns:mc="http://schemas.openxmlformats.org/markup-compatibility/2006">
              <mc:Choice xmlns:v="urn:schemas-microsoft-com:vml" Requires="v">
                <p:oleObj name="Visio" r:id="rId5" imgW="577572" imgH="577572" progId="Visio.Drawing.11">
                  <p:embed/>
                </p:oleObj>
              </mc:Choice>
              <mc:Fallback>
                <p:oleObj name="Visio" r:id="rId5" imgW="577572" imgH="577572"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14647" y="4125161"/>
                        <a:ext cx="1054100"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10"/>
          <p:cNvGraphicFramePr>
            <a:graphicFrameLocks noChangeAspect="1"/>
          </p:cNvGraphicFramePr>
          <p:nvPr/>
        </p:nvGraphicFramePr>
        <p:xfrm>
          <a:off x="2694338" y="4295025"/>
          <a:ext cx="661987" cy="661987"/>
        </p:xfrm>
        <a:graphic>
          <a:graphicData uri="http://schemas.openxmlformats.org/presentationml/2006/ole">
            <mc:AlternateContent xmlns:mc="http://schemas.openxmlformats.org/markup-compatibility/2006">
              <mc:Choice xmlns:v="urn:schemas-microsoft-com:vml" Requires="v">
                <p:oleObj name="Visio" r:id="rId7" imgW="397550" imgH="397550" progId="Visio.Drawing.11">
                  <p:embed/>
                </p:oleObj>
              </mc:Choice>
              <mc:Fallback>
                <p:oleObj name="Visio" r:id="rId7" imgW="397550" imgH="397550" progId="Visio.Drawing.11">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94338" y="4295025"/>
                        <a:ext cx="661987" cy="661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11"/>
          <p:cNvGraphicFramePr>
            <a:graphicFrameLocks noChangeAspect="1"/>
          </p:cNvGraphicFramePr>
          <p:nvPr/>
        </p:nvGraphicFramePr>
        <p:xfrm>
          <a:off x="3659847" y="4288631"/>
          <a:ext cx="714375" cy="714375"/>
        </p:xfrm>
        <a:graphic>
          <a:graphicData uri="http://schemas.openxmlformats.org/presentationml/2006/ole">
            <mc:AlternateContent xmlns:mc="http://schemas.openxmlformats.org/markup-compatibility/2006">
              <mc:Choice xmlns:v="urn:schemas-microsoft-com:vml" Requires="v">
                <p:oleObj name="Visio" r:id="rId9" imgW="428054" imgH="428387" progId="Visio.Drawing.11">
                  <p:embed/>
                </p:oleObj>
              </mc:Choice>
              <mc:Fallback>
                <p:oleObj name="Visio" r:id="rId9" imgW="428054" imgH="428387" progId="Visio.Drawing.1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59847" y="4288631"/>
                        <a:ext cx="71437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7"/>
          <p:cNvGraphicFramePr>
            <a:graphicFrameLocks noChangeAspect="1"/>
          </p:cNvGraphicFramePr>
          <p:nvPr/>
        </p:nvGraphicFramePr>
        <p:xfrm>
          <a:off x="7070608" y="4526799"/>
          <a:ext cx="1270000" cy="250825"/>
        </p:xfrm>
        <a:graphic>
          <a:graphicData uri="http://schemas.openxmlformats.org/presentationml/2006/ole">
            <mc:AlternateContent xmlns:mc="http://schemas.openxmlformats.org/markup-compatibility/2006">
              <mc:Choice xmlns:v="urn:schemas-microsoft-com:vml" Requires="v">
                <p:oleObj name="Visio" r:id="rId11" imgW="498062" imgH="98762" progId="Visio.Drawing.11">
                  <p:embed/>
                </p:oleObj>
              </mc:Choice>
              <mc:Fallback>
                <p:oleObj name="Visio" r:id="rId11" imgW="498062" imgH="98762" progId="Visio.Drawing.11">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70608" y="4526799"/>
                        <a:ext cx="1270000" cy="25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Text Box 9"/>
          <p:cNvSpPr txBox="1">
            <a:spLocks noChangeArrowheads="1"/>
          </p:cNvSpPr>
          <p:nvPr/>
        </p:nvSpPr>
        <p:spPr bwMode="auto">
          <a:xfrm>
            <a:off x="798052" y="5326331"/>
            <a:ext cx="1047082" cy="430887"/>
          </a:xfrm>
          <a:prstGeom prst="rect">
            <a:avLst/>
          </a:prstGeom>
          <a:noFill/>
          <a:ln w="9525">
            <a:noFill/>
            <a:miter lim="800000"/>
            <a:headEnd/>
            <a:tailEnd/>
          </a:ln>
          <a:effectLst/>
        </p:spPr>
        <p:txBody>
          <a:bodyPr wrap="none">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activity</a:t>
            </a:r>
          </a:p>
        </p:txBody>
      </p:sp>
      <p:sp>
        <p:nvSpPr>
          <p:cNvPr id="11" name="Text Box 10"/>
          <p:cNvSpPr txBox="1">
            <a:spLocks noChangeArrowheads="1"/>
          </p:cNvSpPr>
          <p:nvPr/>
        </p:nvSpPr>
        <p:spPr bwMode="auto">
          <a:xfrm>
            <a:off x="5204289" y="5319189"/>
            <a:ext cx="1225550" cy="427038"/>
          </a:xfrm>
          <a:prstGeom prst="rect">
            <a:avLst/>
          </a:prstGeom>
          <a:noFill/>
          <a:ln w="9525">
            <a:noFill/>
            <a:miter lim="800000"/>
            <a:headEnd/>
            <a:tailEnd/>
          </a:ln>
          <a:effectLst/>
        </p:spPr>
        <p:txBody>
          <a:bodyPr wrap="none">
            <a:spAutoFit/>
          </a:bodyPr>
          <a:lstStyle/>
          <a:p>
            <a:pPr eaLnBrk="0" fontAlgn="base" hangingPunct="0">
              <a:spcBef>
                <a:spcPct val="0"/>
              </a:spcBef>
              <a:spcAft>
                <a:spcPct val="0"/>
              </a:spcAft>
            </a:pPr>
            <a:r>
              <a:rPr lang="en-AU" sz="2200">
                <a:solidFill>
                  <a:prstClr val="black"/>
                </a:solidFill>
                <a:latin typeface="Arial" charset="0"/>
                <a:ea typeface="ＭＳ Ｐゴシック" pitchFamily="34" charset="-128"/>
              </a:rPr>
              <a:t>gateway</a:t>
            </a:r>
          </a:p>
        </p:txBody>
      </p:sp>
      <p:sp>
        <p:nvSpPr>
          <p:cNvPr id="12" name="Text Box 9"/>
          <p:cNvSpPr txBox="1">
            <a:spLocks noChangeArrowheads="1"/>
          </p:cNvSpPr>
          <p:nvPr/>
        </p:nvSpPr>
        <p:spPr bwMode="auto">
          <a:xfrm>
            <a:off x="3090530" y="5344569"/>
            <a:ext cx="868363" cy="427037"/>
          </a:xfrm>
          <a:prstGeom prst="rect">
            <a:avLst/>
          </a:prstGeom>
          <a:noFill/>
          <a:ln w="9525">
            <a:noFill/>
            <a:miter lim="800000"/>
            <a:headEnd/>
            <a:tailEnd/>
          </a:ln>
          <a:effectLst/>
        </p:spPr>
        <p:txBody>
          <a:bodyPr wrap="none">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event</a:t>
            </a:r>
          </a:p>
        </p:txBody>
      </p:sp>
      <p:sp>
        <p:nvSpPr>
          <p:cNvPr id="13" name="Text Box 8"/>
          <p:cNvSpPr txBox="1">
            <a:spLocks noChangeArrowheads="1"/>
          </p:cNvSpPr>
          <p:nvPr/>
        </p:nvSpPr>
        <p:spPr bwMode="auto">
          <a:xfrm>
            <a:off x="6888041" y="5330181"/>
            <a:ext cx="1500119" cy="769441"/>
          </a:xfrm>
          <a:prstGeom prst="rect">
            <a:avLst/>
          </a:prstGeom>
          <a:noFill/>
          <a:ln w="9525">
            <a:noFill/>
            <a:miter lim="800000"/>
            <a:headEnd/>
            <a:tailEnd/>
          </a:ln>
          <a:effectLst/>
        </p:spPr>
        <p:txBody>
          <a:bodyPr wrap="square">
            <a:spAutoFit/>
          </a:bodyPr>
          <a:lstStyle/>
          <a:p>
            <a:pPr algn="ctr" eaLnBrk="0" fontAlgn="base" hangingPunct="0">
              <a:spcBef>
                <a:spcPct val="0"/>
              </a:spcBef>
              <a:spcAft>
                <a:spcPct val="0"/>
              </a:spcAft>
            </a:pPr>
            <a:r>
              <a:rPr lang="en-AU" sz="2200" dirty="0">
                <a:solidFill>
                  <a:prstClr val="black"/>
                </a:solidFill>
                <a:latin typeface="Arial" charset="0"/>
                <a:ea typeface="ＭＳ Ｐゴシック" pitchFamily="34" charset="-128"/>
              </a:rPr>
              <a:t>sequence flow</a:t>
            </a:r>
          </a:p>
        </p:txBody>
      </p:sp>
      <p:sp>
        <p:nvSpPr>
          <p:cNvPr id="14" name="Text Box 9"/>
          <p:cNvSpPr txBox="1">
            <a:spLocks noChangeArrowheads="1"/>
          </p:cNvSpPr>
          <p:nvPr/>
        </p:nvSpPr>
        <p:spPr bwMode="auto">
          <a:xfrm>
            <a:off x="2669371" y="4886734"/>
            <a:ext cx="734496" cy="430887"/>
          </a:xfrm>
          <a:prstGeom prst="rect">
            <a:avLst/>
          </a:prstGeom>
          <a:noFill/>
          <a:ln w="9525">
            <a:noFill/>
            <a:miter lim="800000"/>
            <a:headEnd/>
            <a:tailEnd/>
          </a:ln>
          <a:effectLst/>
        </p:spPr>
        <p:txBody>
          <a:bodyPr wrap="none">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start</a:t>
            </a:r>
          </a:p>
        </p:txBody>
      </p:sp>
      <p:sp>
        <p:nvSpPr>
          <p:cNvPr id="15" name="Text Box 9"/>
          <p:cNvSpPr txBox="1">
            <a:spLocks noChangeArrowheads="1"/>
          </p:cNvSpPr>
          <p:nvPr/>
        </p:nvSpPr>
        <p:spPr bwMode="auto">
          <a:xfrm>
            <a:off x="3683866" y="4884809"/>
            <a:ext cx="655949" cy="430887"/>
          </a:xfrm>
          <a:prstGeom prst="rect">
            <a:avLst/>
          </a:prstGeom>
          <a:noFill/>
          <a:ln w="9525">
            <a:noFill/>
            <a:miter lim="800000"/>
            <a:headEnd/>
            <a:tailEnd/>
          </a:ln>
          <a:effectLst/>
        </p:spPr>
        <p:txBody>
          <a:bodyPr wrap="none">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end</a:t>
            </a:r>
          </a:p>
        </p:txBody>
      </p:sp>
    </p:spTree>
    <p:extLst>
      <p:ext uri="{BB962C8B-B14F-4D97-AF65-F5344CB8AC3E}">
        <p14:creationId xmlns:p14="http://schemas.microsoft.com/office/powerpoint/2010/main" val="720673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par>
                          <p:cTn id="24" fill="hold">
                            <p:stCondLst>
                              <p:cond delay="1000"/>
                            </p:stCondLst>
                            <p:childTnLst>
                              <p:par>
                                <p:cTn id="25" presetID="10" presetClass="entr" presetSubtype="0" fill="hold"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par>
                          <p:cTn id="36" fill="hold">
                            <p:stCondLst>
                              <p:cond delay="500"/>
                            </p:stCondLst>
                            <p:childTnLst>
                              <p:par>
                                <p:cTn id="37" presetID="10" presetClass="entr" presetSubtype="0" fill="hold" nodeType="after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500"/>
                                        <p:tgtEl>
                                          <p:spTgt spid="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childTnLst>
                          </p:cTn>
                        </p:par>
                        <p:par>
                          <p:cTn id="45" fill="hold">
                            <p:stCondLst>
                              <p:cond delay="500"/>
                            </p:stCondLst>
                            <p:childTnLst>
                              <p:par>
                                <p:cTn id="46" presetID="10" presetClass="entr" presetSubtype="0" fill="hold" nodeType="after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1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67544" y="1526205"/>
            <a:ext cx="8136904" cy="4824536"/>
          </a:xfrm>
        </p:spPr>
        <p:txBody>
          <a:bodyPr>
            <a:normAutofit/>
          </a:bodyPr>
          <a:lstStyle/>
          <a:p>
            <a:pPr marL="0" indent="0">
              <a:buNone/>
            </a:pPr>
            <a:r>
              <a:rPr lang="en-AU" dirty="0"/>
              <a:t>A typical order-to-cash process is triggered by the receipt of a purchase order from a customer. </a:t>
            </a:r>
            <a:r>
              <a:rPr lang="en-US" dirty="0"/>
              <a:t>The purchase order has to be checked against the stock regarding the availability of the item(s) requested. Depending on stock availability the purchase order may be confirmed or rejected. </a:t>
            </a:r>
          </a:p>
          <a:p>
            <a:pPr marL="0" indent="0">
              <a:buNone/>
            </a:pPr>
            <a:r>
              <a:rPr lang="en-US" dirty="0"/>
              <a:t>If the purchase order is confirmed, an invoice is emitted and the goods requested are shipped. The process completes by archiving the </a:t>
            </a:r>
            <a:r>
              <a:rPr lang="en-AU" dirty="0"/>
              <a:t>order or if the order is rejected.</a:t>
            </a:r>
          </a:p>
          <a:p>
            <a:endParaRPr lang="en-AU" dirty="0"/>
          </a:p>
        </p:txBody>
      </p:sp>
      <p:sp>
        <p:nvSpPr>
          <p:cNvPr id="3" name="Title 2"/>
          <p:cNvSpPr>
            <a:spLocks noGrp="1"/>
          </p:cNvSpPr>
          <p:nvPr>
            <p:ph type="title"/>
          </p:nvPr>
        </p:nvSpPr>
        <p:spPr/>
        <p:txBody>
          <a:bodyPr/>
          <a:lstStyle/>
          <a:p>
            <a:r>
              <a:rPr lang="en-AU" dirty="0"/>
              <a:t>Let’s start </a:t>
            </a:r>
            <a:r>
              <a:rPr lang="en-AU" dirty="0" err="1"/>
              <a:t>modeling</a:t>
            </a:r>
            <a:endParaRPr lang="en-AU" dirty="0"/>
          </a:p>
        </p:txBody>
      </p:sp>
      <p:sp>
        <p:nvSpPr>
          <p:cNvPr id="4" name="Rectangle 5"/>
          <p:cNvSpPr>
            <a:spLocks noChangeArrowheads="1"/>
          </p:cNvSpPr>
          <p:nvPr/>
        </p:nvSpPr>
        <p:spPr bwMode="auto">
          <a:xfrm>
            <a:off x="467544" y="958761"/>
            <a:ext cx="1807033" cy="430887"/>
          </a:xfrm>
          <a:prstGeom prst="rect">
            <a:avLst/>
          </a:prstGeom>
          <a:noFill/>
          <a:ln w="9525">
            <a:noFill/>
            <a:miter lim="800000"/>
            <a:headEnd/>
            <a:tailEnd/>
          </a:ln>
          <a:effectLst/>
        </p:spPr>
        <p:txBody>
          <a:bodyPr wrap="none">
            <a:spAutoFit/>
          </a:bodyPr>
          <a:lstStyle/>
          <a:p>
            <a:pPr eaLnBrk="0" fontAlgn="base" hangingPunct="0">
              <a:spcBef>
                <a:spcPct val="0"/>
              </a:spcBef>
              <a:spcAft>
                <a:spcPct val="0"/>
              </a:spcAft>
            </a:pPr>
            <a:r>
              <a:rPr lang="en-AU" sz="2200" b="1" dirty="0">
                <a:solidFill>
                  <a:prstClr val="black">
                    <a:lumMod val="75000"/>
                    <a:lumOff val="25000"/>
                  </a:prstClr>
                </a:solidFill>
                <a:ea typeface="ＭＳ Ｐゴシック" pitchFamily="34" charset="-128"/>
              </a:rPr>
              <a:t>Order-to-cash</a:t>
            </a:r>
          </a:p>
        </p:txBody>
      </p:sp>
    </p:spTree>
    <p:extLst>
      <p:ext uri="{BB962C8B-B14F-4D97-AF65-F5344CB8AC3E}">
        <p14:creationId xmlns:p14="http://schemas.microsoft.com/office/powerpoint/2010/main" val="30773860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46" name="Rectangle 6"/>
          <p:cNvSpPr>
            <a:spLocks noGrp="1" noChangeArrowheads="1"/>
          </p:cNvSpPr>
          <p:nvPr>
            <p:ph type="title"/>
          </p:nvPr>
        </p:nvSpPr>
        <p:spPr>
          <a:noFill/>
          <a:ln/>
        </p:spPr>
        <p:txBody>
          <a:bodyPr/>
          <a:lstStyle/>
          <a:p>
            <a:r>
              <a:rPr lang="en-AU" dirty="0"/>
              <a:t>Solution in BPMN</a:t>
            </a:r>
          </a:p>
        </p:txBody>
      </p:sp>
      <p:sp>
        <p:nvSpPr>
          <p:cNvPr id="2007048" name="Text Box 8"/>
          <p:cNvSpPr txBox="1">
            <a:spLocks noChangeArrowheads="1"/>
          </p:cNvSpPr>
          <p:nvPr/>
        </p:nvSpPr>
        <p:spPr bwMode="auto">
          <a:xfrm>
            <a:off x="196677" y="3811892"/>
            <a:ext cx="871538" cy="762000"/>
          </a:xfrm>
          <a:prstGeom prst="rect">
            <a:avLst/>
          </a:prstGeom>
          <a:noFill/>
          <a:ln w="9525">
            <a:noFill/>
            <a:miter lim="800000"/>
            <a:headEnd/>
            <a:tailEnd/>
          </a:ln>
          <a:effectLst/>
        </p:spPr>
        <p:txBody>
          <a:bodyPr>
            <a:spAutoFit/>
          </a:bodyPr>
          <a:lstStyle/>
          <a:p>
            <a:pPr algn="ctr" eaLnBrk="0" fontAlgn="base" hangingPunct="0">
              <a:spcBef>
                <a:spcPct val="0"/>
              </a:spcBef>
              <a:spcAft>
                <a:spcPct val="0"/>
              </a:spcAft>
            </a:pPr>
            <a:r>
              <a:rPr lang="en-AU" sz="2200" dirty="0">
                <a:solidFill>
                  <a:prstClr val="black"/>
                </a:solidFill>
                <a:latin typeface="Arial" charset="0"/>
                <a:ea typeface="ＭＳ Ｐゴシック" pitchFamily="34" charset="-128"/>
              </a:rPr>
              <a:t>start</a:t>
            </a:r>
            <a:br>
              <a:rPr lang="en-AU" sz="2200" dirty="0">
                <a:solidFill>
                  <a:prstClr val="black"/>
                </a:solidFill>
                <a:latin typeface="Arial" charset="0"/>
                <a:ea typeface="ＭＳ Ｐゴシック" pitchFamily="34" charset="-128"/>
              </a:rPr>
            </a:br>
            <a:r>
              <a:rPr lang="en-AU" sz="2200" dirty="0">
                <a:solidFill>
                  <a:prstClr val="black"/>
                </a:solidFill>
                <a:latin typeface="Arial" charset="0"/>
                <a:ea typeface="ＭＳ Ｐゴシック" pitchFamily="34" charset="-128"/>
              </a:rPr>
              <a:t>event</a:t>
            </a:r>
          </a:p>
        </p:txBody>
      </p:sp>
      <p:sp>
        <p:nvSpPr>
          <p:cNvPr id="2007049" name="Text Box 9"/>
          <p:cNvSpPr txBox="1">
            <a:spLocks noChangeArrowheads="1"/>
          </p:cNvSpPr>
          <p:nvPr/>
        </p:nvSpPr>
        <p:spPr bwMode="auto">
          <a:xfrm>
            <a:off x="7909093" y="2978436"/>
            <a:ext cx="947737" cy="762000"/>
          </a:xfrm>
          <a:prstGeom prst="rect">
            <a:avLst/>
          </a:prstGeom>
          <a:noFill/>
          <a:ln w="9525">
            <a:noFill/>
            <a:miter lim="800000"/>
            <a:headEnd/>
            <a:tailEnd/>
          </a:ln>
          <a:effectLst/>
        </p:spPr>
        <p:txBody>
          <a:bodyPr>
            <a:spAutoFit/>
          </a:bodyPr>
          <a:lstStyle/>
          <a:p>
            <a:pPr algn="ctr" eaLnBrk="0" fontAlgn="base" hangingPunct="0">
              <a:spcBef>
                <a:spcPct val="0"/>
              </a:spcBef>
              <a:spcAft>
                <a:spcPct val="0"/>
              </a:spcAft>
            </a:pPr>
            <a:r>
              <a:rPr lang="en-AU" sz="2200" dirty="0">
                <a:solidFill>
                  <a:prstClr val="black"/>
                </a:solidFill>
                <a:latin typeface="Arial" charset="0"/>
                <a:ea typeface="ＭＳ Ｐゴシック" pitchFamily="34" charset="-128"/>
              </a:rPr>
              <a:t>end</a:t>
            </a:r>
            <a:br>
              <a:rPr lang="en-AU" sz="2200" dirty="0">
                <a:solidFill>
                  <a:prstClr val="black"/>
                </a:solidFill>
                <a:latin typeface="Arial" charset="0"/>
                <a:ea typeface="ＭＳ Ｐゴシック" pitchFamily="34" charset="-128"/>
              </a:rPr>
            </a:br>
            <a:r>
              <a:rPr lang="en-AU" sz="2200" dirty="0">
                <a:solidFill>
                  <a:prstClr val="black"/>
                </a:solidFill>
                <a:latin typeface="Arial" charset="0"/>
                <a:ea typeface="ＭＳ Ｐゴシック" pitchFamily="34" charset="-128"/>
              </a:rPr>
              <a:t>event</a:t>
            </a:r>
          </a:p>
        </p:txBody>
      </p:sp>
      <p:sp>
        <p:nvSpPr>
          <p:cNvPr id="2007050" name="Text Box 10"/>
          <p:cNvSpPr txBox="1">
            <a:spLocks noChangeArrowheads="1"/>
          </p:cNvSpPr>
          <p:nvPr/>
        </p:nvSpPr>
        <p:spPr bwMode="auto">
          <a:xfrm>
            <a:off x="1178428" y="2373822"/>
            <a:ext cx="1139582" cy="430887"/>
          </a:xfrm>
          <a:prstGeom prst="rect">
            <a:avLst/>
          </a:prstGeom>
          <a:noFill/>
          <a:ln w="9525">
            <a:noFill/>
            <a:miter lim="800000"/>
            <a:headEnd/>
            <a:tailEnd/>
          </a:ln>
          <a:effectLst/>
        </p:spPr>
        <p:txBody>
          <a:bodyPr wrap="square">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activity</a:t>
            </a:r>
          </a:p>
        </p:txBody>
      </p:sp>
      <p:sp>
        <p:nvSpPr>
          <p:cNvPr id="2007053" name="Text Box 13"/>
          <p:cNvSpPr txBox="1">
            <a:spLocks noChangeArrowheads="1"/>
          </p:cNvSpPr>
          <p:nvPr/>
        </p:nvSpPr>
        <p:spPr bwMode="auto">
          <a:xfrm>
            <a:off x="3064340" y="2928549"/>
            <a:ext cx="1993635" cy="430887"/>
          </a:xfrm>
          <a:prstGeom prst="rect">
            <a:avLst/>
          </a:prstGeom>
          <a:noFill/>
          <a:ln w="9525">
            <a:noFill/>
            <a:miter lim="800000"/>
            <a:headEnd/>
            <a:tailEnd/>
          </a:ln>
          <a:effectLst/>
        </p:spPr>
        <p:txBody>
          <a:bodyPr wrap="square">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split gateway</a:t>
            </a: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28</a:t>
            </a:fld>
            <a:endParaRPr lang="en-AU">
              <a:solidFill>
                <a:prstClr val="black">
                  <a:lumMod val="50000"/>
                  <a:lumOff val="50000"/>
                </a:prstClr>
              </a:solidFill>
            </a:endParaRPr>
          </a:p>
        </p:txBody>
      </p:sp>
      <p:sp>
        <p:nvSpPr>
          <p:cNvPr id="10" name="Rectangle 5"/>
          <p:cNvSpPr>
            <a:spLocks noChangeArrowheads="1"/>
          </p:cNvSpPr>
          <p:nvPr/>
        </p:nvSpPr>
        <p:spPr bwMode="auto">
          <a:xfrm>
            <a:off x="467544" y="958761"/>
            <a:ext cx="1807033" cy="430887"/>
          </a:xfrm>
          <a:prstGeom prst="rect">
            <a:avLst/>
          </a:prstGeom>
          <a:noFill/>
          <a:ln w="9525">
            <a:noFill/>
            <a:miter lim="800000"/>
            <a:headEnd/>
            <a:tailEnd/>
          </a:ln>
          <a:effectLst/>
        </p:spPr>
        <p:txBody>
          <a:bodyPr wrap="none">
            <a:spAutoFit/>
          </a:bodyPr>
          <a:lstStyle/>
          <a:p>
            <a:pPr eaLnBrk="0" fontAlgn="base" hangingPunct="0">
              <a:spcBef>
                <a:spcPct val="0"/>
              </a:spcBef>
              <a:spcAft>
                <a:spcPct val="0"/>
              </a:spcAft>
            </a:pPr>
            <a:r>
              <a:rPr lang="en-AU" sz="2200" b="1" dirty="0">
                <a:solidFill>
                  <a:prstClr val="black">
                    <a:lumMod val="75000"/>
                    <a:lumOff val="25000"/>
                  </a:prstClr>
                </a:solidFill>
                <a:ea typeface="ＭＳ Ｐゴシック" pitchFamily="34" charset="-128"/>
              </a:rPr>
              <a:t>Order-to-cash</a:t>
            </a:r>
          </a:p>
        </p:txBody>
      </p:sp>
      <p:graphicFrame>
        <p:nvGraphicFramePr>
          <p:cNvPr id="11" name="Object 10"/>
          <p:cNvGraphicFramePr>
            <a:graphicFrameLocks noChangeAspect="1"/>
          </p:cNvGraphicFramePr>
          <p:nvPr/>
        </p:nvGraphicFramePr>
        <p:xfrm>
          <a:off x="306130" y="2106256"/>
          <a:ext cx="738188" cy="2393950"/>
        </p:xfrm>
        <a:graphic>
          <a:graphicData uri="http://schemas.openxmlformats.org/presentationml/2006/ole">
            <mc:AlternateContent xmlns:mc="http://schemas.openxmlformats.org/markup-compatibility/2006">
              <mc:Choice xmlns:v="urn:schemas-microsoft-com:vml" Requires="v">
                <p:oleObj name="Visio" r:id="rId3" imgW="790214" imgH="2575736" progId="Visio.Drawing.11">
                  <p:embed/>
                </p:oleObj>
              </mc:Choice>
              <mc:Fallback>
                <p:oleObj name="Visio" r:id="rId3" imgW="790214" imgH="2575736" progId="Visio.Drawing.11">
                  <p:embed/>
                  <p:pic>
                    <p:nvPicPr>
                      <p:cNvPr id="0" name=""/>
                      <p:cNvPicPr>
                        <a:picLocks noChangeAspect="1" noChangeArrowheads="1"/>
                      </p:cNvPicPr>
                      <p:nvPr/>
                    </p:nvPicPr>
                    <p:blipFill>
                      <a:blip r:embed="rId4"/>
                      <a:srcRect/>
                      <a:stretch>
                        <a:fillRect/>
                      </a:stretch>
                    </p:blipFill>
                    <p:spPr bwMode="auto">
                      <a:xfrm>
                        <a:off x="306130" y="2106256"/>
                        <a:ext cx="738188" cy="2393950"/>
                      </a:xfrm>
                      <a:prstGeom prst="rect">
                        <a:avLst/>
                      </a:prstGeom>
                      <a:noFill/>
                      <a:ln>
                        <a:noFill/>
                      </a:ln>
                      <a:effectLst/>
                    </p:spPr>
                  </p:pic>
                </p:oleObj>
              </mc:Fallback>
            </mc:AlternateContent>
          </a:graphicData>
        </a:graphic>
      </p:graphicFrame>
      <p:sp>
        <p:nvSpPr>
          <p:cNvPr id="12" name="Text Box 9"/>
          <p:cNvSpPr txBox="1">
            <a:spLocks noChangeArrowheads="1"/>
          </p:cNvSpPr>
          <p:nvPr/>
        </p:nvSpPr>
        <p:spPr bwMode="auto">
          <a:xfrm>
            <a:off x="4921893" y="2002726"/>
            <a:ext cx="947737" cy="762000"/>
          </a:xfrm>
          <a:prstGeom prst="rect">
            <a:avLst/>
          </a:prstGeom>
          <a:noFill/>
          <a:ln w="9525">
            <a:noFill/>
            <a:miter lim="800000"/>
            <a:headEnd/>
            <a:tailEnd/>
          </a:ln>
          <a:effectLst/>
        </p:spPr>
        <p:txBody>
          <a:bodyPr>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end</a:t>
            </a:r>
            <a:br>
              <a:rPr lang="en-AU" sz="2200" dirty="0">
                <a:solidFill>
                  <a:prstClr val="black"/>
                </a:solidFill>
                <a:latin typeface="Arial" charset="0"/>
                <a:ea typeface="ＭＳ Ｐゴシック" pitchFamily="34" charset="-128"/>
              </a:rPr>
            </a:br>
            <a:r>
              <a:rPr lang="en-AU" sz="2200" dirty="0">
                <a:solidFill>
                  <a:prstClr val="black"/>
                </a:solidFill>
                <a:latin typeface="Arial" charset="0"/>
                <a:ea typeface="ＭＳ Ｐゴシック" pitchFamily="34" charset="-128"/>
              </a:rPr>
              <a:t>event</a:t>
            </a:r>
          </a:p>
        </p:txBody>
      </p:sp>
      <p:graphicFrame>
        <p:nvGraphicFramePr>
          <p:cNvPr id="14" name="Object 13"/>
          <p:cNvGraphicFramePr>
            <a:graphicFrameLocks noChangeAspect="1"/>
          </p:cNvGraphicFramePr>
          <p:nvPr/>
        </p:nvGraphicFramePr>
        <p:xfrm>
          <a:off x="5432340" y="2098509"/>
          <a:ext cx="1311275" cy="2393950"/>
        </p:xfrm>
        <a:graphic>
          <a:graphicData uri="http://schemas.openxmlformats.org/presentationml/2006/ole">
            <mc:AlternateContent xmlns:mc="http://schemas.openxmlformats.org/markup-compatibility/2006">
              <mc:Choice xmlns:v="urn:schemas-microsoft-com:vml" Requires="v">
                <p:oleObj name="Visio" r:id="rId5" imgW="1402814" imgH="2575736" progId="Visio.Drawing.11">
                  <p:embed/>
                </p:oleObj>
              </mc:Choice>
              <mc:Fallback>
                <p:oleObj name="Visio" r:id="rId5" imgW="1402814" imgH="2575736" progId="Visio.Drawing.11">
                  <p:embed/>
                  <p:pic>
                    <p:nvPicPr>
                      <p:cNvPr id="0" name=""/>
                      <p:cNvPicPr>
                        <a:picLocks noChangeAspect="1" noChangeArrowheads="1"/>
                      </p:cNvPicPr>
                      <p:nvPr/>
                    </p:nvPicPr>
                    <p:blipFill>
                      <a:blip r:embed="rId6"/>
                      <a:srcRect/>
                      <a:stretch>
                        <a:fillRect/>
                      </a:stretch>
                    </p:blipFill>
                    <p:spPr bwMode="auto">
                      <a:xfrm>
                        <a:off x="5432340" y="2098509"/>
                        <a:ext cx="1311275" cy="2393950"/>
                      </a:xfrm>
                      <a:prstGeom prst="rect">
                        <a:avLst/>
                      </a:prstGeom>
                      <a:noFill/>
                      <a:ln>
                        <a:noFill/>
                      </a:ln>
                      <a:effectLst/>
                    </p:spPr>
                  </p:pic>
                </p:oleObj>
              </mc:Fallback>
            </mc:AlternateContent>
          </a:graphicData>
        </a:graphic>
      </p:graphicFrame>
      <p:graphicFrame>
        <p:nvGraphicFramePr>
          <p:cNvPr id="15" name="Object 14"/>
          <p:cNvGraphicFramePr>
            <a:graphicFrameLocks noChangeAspect="1"/>
          </p:cNvGraphicFramePr>
          <p:nvPr/>
        </p:nvGraphicFramePr>
        <p:xfrm>
          <a:off x="4171070" y="2098509"/>
          <a:ext cx="1306513" cy="889000"/>
        </p:xfrm>
        <a:graphic>
          <a:graphicData uri="http://schemas.openxmlformats.org/presentationml/2006/ole">
            <mc:AlternateContent xmlns:mc="http://schemas.openxmlformats.org/markup-compatibility/2006">
              <mc:Choice xmlns:v="urn:schemas-microsoft-com:vml" Requires="v">
                <p:oleObj name="Visio" r:id="rId7" imgW="1398122" imgH="957774" progId="Visio.Drawing.11">
                  <p:embed/>
                </p:oleObj>
              </mc:Choice>
              <mc:Fallback>
                <p:oleObj name="Visio" r:id="rId7" imgW="1398122" imgH="957774" progId="Visio.Drawing.11">
                  <p:embed/>
                  <p:pic>
                    <p:nvPicPr>
                      <p:cNvPr id="0" name=""/>
                      <p:cNvPicPr>
                        <a:picLocks noChangeAspect="1" noChangeArrowheads="1"/>
                      </p:cNvPicPr>
                      <p:nvPr/>
                    </p:nvPicPr>
                    <p:blipFill>
                      <a:blip r:embed="rId8"/>
                      <a:srcRect/>
                      <a:stretch>
                        <a:fillRect/>
                      </a:stretch>
                    </p:blipFill>
                    <p:spPr bwMode="auto">
                      <a:xfrm>
                        <a:off x="4171070" y="2098509"/>
                        <a:ext cx="1306513" cy="889000"/>
                      </a:xfrm>
                      <a:prstGeom prst="rect">
                        <a:avLst/>
                      </a:prstGeom>
                      <a:noFill/>
                      <a:ln>
                        <a:noFill/>
                      </a:ln>
                      <a:effectLst/>
                    </p:spPr>
                  </p:pic>
                </p:oleObj>
              </mc:Fallback>
            </mc:AlternateContent>
          </a:graphicData>
        </a:graphic>
      </p:graphicFrame>
      <p:graphicFrame>
        <p:nvGraphicFramePr>
          <p:cNvPr id="16" name="Object 15"/>
          <p:cNvGraphicFramePr>
            <a:graphicFrameLocks noChangeAspect="1"/>
          </p:cNvGraphicFramePr>
          <p:nvPr/>
        </p:nvGraphicFramePr>
        <p:xfrm>
          <a:off x="6729101" y="2098509"/>
          <a:ext cx="1919288" cy="2393950"/>
        </p:xfrm>
        <a:graphic>
          <a:graphicData uri="http://schemas.openxmlformats.org/presentationml/2006/ole">
            <mc:AlternateContent xmlns:mc="http://schemas.openxmlformats.org/markup-compatibility/2006">
              <mc:Choice xmlns:v="urn:schemas-microsoft-com:vml" Requires="v">
                <p:oleObj name="Visio" r:id="rId9" imgW="2053618" imgH="2575736" progId="Visio.Drawing.11">
                  <p:embed/>
                </p:oleObj>
              </mc:Choice>
              <mc:Fallback>
                <p:oleObj name="Visio" r:id="rId9" imgW="2053618" imgH="2575736" progId="Visio.Drawing.11">
                  <p:embed/>
                  <p:pic>
                    <p:nvPicPr>
                      <p:cNvPr id="0" name=""/>
                      <p:cNvPicPr>
                        <a:picLocks noChangeAspect="1" noChangeArrowheads="1"/>
                      </p:cNvPicPr>
                      <p:nvPr/>
                    </p:nvPicPr>
                    <p:blipFill>
                      <a:blip r:embed="rId10"/>
                      <a:srcRect/>
                      <a:stretch>
                        <a:fillRect/>
                      </a:stretch>
                    </p:blipFill>
                    <p:spPr bwMode="auto">
                      <a:xfrm>
                        <a:off x="6729101" y="2098509"/>
                        <a:ext cx="1919288" cy="2393950"/>
                      </a:xfrm>
                      <a:prstGeom prst="rect">
                        <a:avLst/>
                      </a:prstGeom>
                      <a:noFill/>
                      <a:ln>
                        <a:noFill/>
                      </a:ln>
                      <a:effectLst/>
                    </p:spPr>
                  </p:pic>
                </p:oleObj>
              </mc:Fallback>
            </mc:AlternateContent>
          </a:graphicData>
        </a:graphic>
      </p:graphicFrame>
      <p:graphicFrame>
        <p:nvGraphicFramePr>
          <p:cNvPr id="17" name="Object 16"/>
          <p:cNvGraphicFramePr>
            <a:graphicFrameLocks noChangeAspect="1"/>
          </p:cNvGraphicFramePr>
          <p:nvPr/>
        </p:nvGraphicFramePr>
        <p:xfrm>
          <a:off x="2172949" y="2098999"/>
          <a:ext cx="2093913" cy="2393950"/>
        </p:xfrm>
        <a:graphic>
          <a:graphicData uri="http://schemas.openxmlformats.org/presentationml/2006/ole">
            <mc:AlternateContent xmlns:mc="http://schemas.openxmlformats.org/markup-compatibility/2006">
              <mc:Choice xmlns:v="urn:schemas-microsoft-com:vml" Requires="v">
                <p:oleObj name="Visio" r:id="rId11" imgW="2240615" imgH="2575736" progId="Visio.Drawing.11">
                  <p:embed/>
                </p:oleObj>
              </mc:Choice>
              <mc:Fallback>
                <p:oleObj name="Visio" r:id="rId11" imgW="2240615" imgH="2575736" progId="Visio.Drawing.11">
                  <p:embed/>
                  <p:pic>
                    <p:nvPicPr>
                      <p:cNvPr id="0" name=""/>
                      <p:cNvPicPr>
                        <a:picLocks noChangeAspect="1" noChangeArrowheads="1"/>
                      </p:cNvPicPr>
                      <p:nvPr/>
                    </p:nvPicPr>
                    <p:blipFill>
                      <a:blip r:embed="rId12"/>
                      <a:srcRect/>
                      <a:stretch>
                        <a:fillRect/>
                      </a:stretch>
                    </p:blipFill>
                    <p:spPr bwMode="auto">
                      <a:xfrm>
                        <a:off x="2172949" y="2098999"/>
                        <a:ext cx="2093913" cy="2393950"/>
                      </a:xfrm>
                      <a:prstGeom prst="rect">
                        <a:avLst/>
                      </a:prstGeom>
                      <a:noFill/>
                      <a:ln>
                        <a:noFill/>
                      </a:ln>
                      <a:effectLst/>
                    </p:spPr>
                  </p:pic>
                </p:oleObj>
              </mc:Fallback>
            </mc:AlternateContent>
          </a:graphicData>
        </a:graphic>
      </p:graphicFrame>
      <p:graphicFrame>
        <p:nvGraphicFramePr>
          <p:cNvPr id="18" name="Object 17"/>
          <p:cNvGraphicFramePr>
            <a:graphicFrameLocks noChangeAspect="1"/>
          </p:cNvGraphicFramePr>
          <p:nvPr/>
        </p:nvGraphicFramePr>
        <p:xfrm>
          <a:off x="803520" y="2106256"/>
          <a:ext cx="1428750" cy="2393950"/>
        </p:xfrm>
        <a:graphic>
          <a:graphicData uri="http://schemas.openxmlformats.org/presentationml/2006/ole">
            <mc:AlternateContent xmlns:mc="http://schemas.openxmlformats.org/markup-compatibility/2006">
              <mc:Choice xmlns:v="urn:schemas-microsoft-com:vml" Requires="v">
                <p:oleObj name="Visio" r:id="rId13" imgW="1527479" imgH="2575736" progId="Visio.Drawing.11">
                  <p:embed/>
                </p:oleObj>
              </mc:Choice>
              <mc:Fallback>
                <p:oleObj name="Visio" r:id="rId13" imgW="1527479" imgH="2575736" progId="Visio.Drawing.11">
                  <p:embed/>
                  <p:pic>
                    <p:nvPicPr>
                      <p:cNvPr id="0" name=""/>
                      <p:cNvPicPr>
                        <a:picLocks noChangeAspect="1" noChangeArrowheads="1"/>
                      </p:cNvPicPr>
                      <p:nvPr/>
                    </p:nvPicPr>
                    <p:blipFill>
                      <a:blip r:embed="rId14"/>
                      <a:srcRect/>
                      <a:stretch>
                        <a:fillRect/>
                      </a:stretch>
                    </p:blipFill>
                    <p:spPr bwMode="auto">
                      <a:xfrm>
                        <a:off x="803520" y="2106256"/>
                        <a:ext cx="1428750" cy="2393950"/>
                      </a:xfrm>
                      <a:prstGeom prst="rect">
                        <a:avLst/>
                      </a:prstGeom>
                      <a:noFill/>
                      <a:ln>
                        <a:noFill/>
                      </a:ln>
                      <a:effectLst/>
                    </p:spPr>
                  </p:pic>
                </p:oleObj>
              </mc:Fallback>
            </mc:AlternateContent>
          </a:graphicData>
        </a:graphic>
      </p:graphicFrame>
      <p:graphicFrame>
        <p:nvGraphicFramePr>
          <p:cNvPr id="19" name="Object 18"/>
          <p:cNvGraphicFramePr>
            <a:graphicFrameLocks noChangeAspect="1"/>
          </p:cNvGraphicFramePr>
          <p:nvPr/>
        </p:nvGraphicFramePr>
        <p:xfrm>
          <a:off x="4190097" y="3530516"/>
          <a:ext cx="1306512" cy="965200"/>
        </p:xfrm>
        <a:graphic>
          <a:graphicData uri="http://schemas.openxmlformats.org/presentationml/2006/ole">
            <mc:AlternateContent xmlns:mc="http://schemas.openxmlformats.org/markup-compatibility/2006">
              <mc:Choice xmlns:v="urn:schemas-microsoft-com:vml" Requires="v">
                <p:oleObj name="Visio" r:id="rId15" imgW="1398122" imgH="1038873" progId="Visio.Drawing.11">
                  <p:embed/>
                </p:oleObj>
              </mc:Choice>
              <mc:Fallback>
                <p:oleObj name="Visio" r:id="rId15" imgW="1398122" imgH="1038873" progId="Visio.Drawing.11">
                  <p:embed/>
                  <p:pic>
                    <p:nvPicPr>
                      <p:cNvPr id="0" name=""/>
                      <p:cNvPicPr>
                        <a:picLocks noChangeAspect="1" noChangeArrowheads="1"/>
                      </p:cNvPicPr>
                      <p:nvPr/>
                    </p:nvPicPr>
                    <p:blipFill>
                      <a:blip r:embed="rId16"/>
                      <a:srcRect/>
                      <a:stretch>
                        <a:fillRect/>
                      </a:stretch>
                    </p:blipFill>
                    <p:spPr bwMode="auto">
                      <a:xfrm>
                        <a:off x="4190097" y="3530516"/>
                        <a:ext cx="1306512" cy="965200"/>
                      </a:xfrm>
                      <a:prstGeom prst="rect">
                        <a:avLst/>
                      </a:prstGeom>
                      <a:noFill/>
                      <a:ln>
                        <a:noFill/>
                      </a:ln>
                      <a:effectLst/>
                    </p:spPr>
                  </p:pic>
                </p:oleObj>
              </mc:Fallback>
            </mc:AlternateContent>
          </a:graphicData>
        </a:graphic>
      </p:graphicFrame>
      <p:sp>
        <p:nvSpPr>
          <p:cNvPr id="21" name="Rounded Rectangle 20"/>
          <p:cNvSpPr/>
          <p:nvPr/>
        </p:nvSpPr>
        <p:spPr bwMode="auto">
          <a:xfrm>
            <a:off x="1149695" y="2867024"/>
            <a:ext cx="1023254" cy="692151"/>
          </a:xfrm>
          <a:prstGeom prst="roundRect">
            <a:avLst/>
          </a:prstGeom>
          <a:noFill/>
          <a:ln w="57150" cap="flat" cmpd="sng" algn="ctr">
            <a:solidFill>
              <a:srgbClr val="C0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endParaRPr lang="en-AU" sz="2400">
              <a:solidFill>
                <a:prstClr val="black"/>
              </a:solidFill>
              <a:latin typeface="Times New Roman" pitchFamily="-106" charset="0"/>
              <a:ea typeface="ＭＳ Ｐゴシック" pitchFamily="34" charset="-128"/>
            </a:endParaRPr>
          </a:p>
        </p:txBody>
      </p:sp>
      <p:sp>
        <p:nvSpPr>
          <p:cNvPr id="3" name="Oval 2"/>
          <p:cNvSpPr/>
          <p:nvPr/>
        </p:nvSpPr>
        <p:spPr>
          <a:xfrm>
            <a:off x="494664" y="3044890"/>
            <a:ext cx="335976" cy="336420"/>
          </a:xfrm>
          <a:prstGeom prst="ellipse">
            <a:avLst/>
          </a:prstGeom>
          <a:noFill/>
          <a:ln w="57150" cap="flat" cmpd="sng" algn="ctr">
            <a:solidFill>
              <a:srgbClr val="C00000"/>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endParaRPr lang="en-AU" sz="2400">
              <a:solidFill>
                <a:prstClr val="black"/>
              </a:solidFill>
              <a:latin typeface="Times New Roman" pitchFamily="-106" charset="0"/>
              <a:ea typeface="ＭＳ Ｐゴシック" pitchFamily="34" charset="-128"/>
            </a:endParaRPr>
          </a:p>
        </p:txBody>
      </p:sp>
      <p:sp>
        <p:nvSpPr>
          <p:cNvPr id="4" name="TextBox 3"/>
          <p:cNvSpPr txBox="1"/>
          <p:nvPr/>
        </p:nvSpPr>
        <p:spPr>
          <a:xfrm>
            <a:off x="211034" y="5228480"/>
            <a:ext cx="7848677" cy="430887"/>
          </a:xfrm>
          <a:prstGeom prst="rect">
            <a:avLst/>
          </a:prstGeom>
          <a:noFill/>
        </p:spPr>
        <p:txBody>
          <a:bodyPr wrap="square" rtlCol="0">
            <a:spAutoFit/>
          </a:bodyPr>
          <a:lstStyle/>
          <a:p>
            <a:pPr marL="342900" indent="-342900" eaLnBrk="0" fontAlgn="base" hangingPunct="0">
              <a:spcBef>
                <a:spcPct val="0"/>
              </a:spcBef>
              <a:spcAft>
                <a:spcPct val="0"/>
              </a:spcAft>
              <a:buFont typeface="Arial" panose="020B0604020202020204" pitchFamily="34" charset="0"/>
              <a:buChar char="•"/>
            </a:pPr>
            <a:r>
              <a:rPr lang="en-AU" sz="2200" dirty="0">
                <a:solidFill>
                  <a:prstClr val="black">
                    <a:lumMod val="75000"/>
                    <a:lumOff val="25000"/>
                  </a:prstClr>
                </a:solidFill>
                <a:ea typeface="ＭＳ Ｐゴシック" pitchFamily="34" charset="-128"/>
              </a:rPr>
              <a:t>Event: noun + past-participle verb (e.g. insurance claim lodged)</a:t>
            </a:r>
          </a:p>
        </p:txBody>
      </p:sp>
      <p:sp>
        <p:nvSpPr>
          <p:cNvPr id="22" name="TextBox 21"/>
          <p:cNvSpPr txBox="1"/>
          <p:nvPr/>
        </p:nvSpPr>
        <p:spPr>
          <a:xfrm>
            <a:off x="183655" y="4878536"/>
            <a:ext cx="2575385" cy="430887"/>
          </a:xfrm>
          <a:prstGeom prst="rect">
            <a:avLst/>
          </a:prstGeom>
          <a:noFill/>
        </p:spPr>
        <p:txBody>
          <a:bodyPr wrap="none" rtlCol="0">
            <a:spAutoFit/>
          </a:bodyPr>
          <a:lstStyle/>
          <a:p>
            <a:pPr algn="ctr" eaLnBrk="0" fontAlgn="base" hangingPunct="0">
              <a:spcBef>
                <a:spcPct val="0"/>
              </a:spcBef>
              <a:spcAft>
                <a:spcPct val="0"/>
              </a:spcAft>
            </a:pPr>
            <a:r>
              <a:rPr lang="en-AU" sz="2200" b="1" dirty="0">
                <a:solidFill>
                  <a:prstClr val="black">
                    <a:lumMod val="75000"/>
                    <a:lumOff val="25000"/>
                  </a:prstClr>
                </a:solidFill>
                <a:ea typeface="ＭＳ Ｐゴシック" pitchFamily="34" charset="-128"/>
              </a:rPr>
              <a:t>Naming conventions</a:t>
            </a:r>
          </a:p>
        </p:txBody>
      </p:sp>
      <p:sp>
        <p:nvSpPr>
          <p:cNvPr id="23" name="TextBox 22"/>
          <p:cNvSpPr txBox="1"/>
          <p:nvPr/>
        </p:nvSpPr>
        <p:spPr>
          <a:xfrm>
            <a:off x="213091" y="5611300"/>
            <a:ext cx="6747342" cy="430887"/>
          </a:xfrm>
          <a:prstGeom prst="rect">
            <a:avLst/>
          </a:prstGeom>
          <a:noFill/>
        </p:spPr>
        <p:txBody>
          <a:bodyPr wrap="square" rtlCol="0">
            <a:spAutoFit/>
          </a:bodyPr>
          <a:lstStyle/>
          <a:p>
            <a:pPr marL="342900" indent="-342900" eaLnBrk="0" fontAlgn="base" hangingPunct="0">
              <a:spcBef>
                <a:spcPct val="0"/>
              </a:spcBef>
              <a:spcAft>
                <a:spcPct val="0"/>
              </a:spcAft>
              <a:buFont typeface="Arial" panose="020B0604020202020204" pitchFamily="34" charset="0"/>
              <a:buChar char="•"/>
            </a:pPr>
            <a:r>
              <a:rPr lang="en-AU" sz="2200" dirty="0">
                <a:solidFill>
                  <a:prstClr val="black">
                    <a:lumMod val="75000"/>
                    <a:lumOff val="25000"/>
                  </a:prstClr>
                </a:solidFill>
                <a:ea typeface="ＭＳ Ｐゴシック" pitchFamily="34" charset="-128"/>
              </a:rPr>
              <a:t>Activity: imperative verb + noun (e.g. assess credit risk) </a:t>
            </a:r>
          </a:p>
        </p:txBody>
      </p:sp>
    </p:spTree>
    <p:extLst>
      <p:ext uri="{BB962C8B-B14F-4D97-AF65-F5344CB8AC3E}">
        <p14:creationId xmlns:p14="http://schemas.microsoft.com/office/powerpoint/2010/main" val="11666339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10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left)">
                                      <p:cBhvr>
                                        <p:cTn id="27" dur="750"/>
                                        <p:tgtEl>
                                          <p:spTgt spid="19"/>
                                        </p:tgtEl>
                                      </p:cBhvr>
                                    </p:animEffect>
                                  </p:childTnLst>
                                </p:cTn>
                              </p:par>
                            </p:childTnLst>
                          </p:cTn>
                        </p:par>
                        <p:par>
                          <p:cTn id="28" fill="hold">
                            <p:stCondLst>
                              <p:cond delay="750"/>
                            </p:stCondLst>
                            <p:childTnLst>
                              <p:par>
                                <p:cTn id="29" presetID="22" presetClass="entr" presetSubtype="8" fill="hold"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left)">
                                      <p:cBhvr>
                                        <p:cTn id="31" dur="750"/>
                                        <p:tgtEl>
                                          <p:spTgt spid="14"/>
                                        </p:tgtEl>
                                      </p:cBhvr>
                                    </p:animEffect>
                                  </p:childTnLst>
                                </p:cTn>
                              </p:par>
                            </p:childTnLst>
                          </p:cTn>
                        </p:par>
                        <p:par>
                          <p:cTn id="32" fill="hold">
                            <p:stCondLst>
                              <p:cond delay="1500"/>
                            </p:stCondLst>
                            <p:childTnLst>
                              <p:par>
                                <p:cTn id="33" presetID="22" presetClass="entr" presetSubtype="8" fill="hold"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wipe(left)">
                                      <p:cBhvr>
                                        <p:cTn id="35" dur="1000"/>
                                        <p:tgtEl>
                                          <p:spTgt spid="1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007048"/>
                                        </p:tgtEl>
                                        <p:attrNameLst>
                                          <p:attrName>style.visibility</p:attrName>
                                        </p:attrNameLst>
                                      </p:cBhvr>
                                      <p:to>
                                        <p:strVal val="visible"/>
                                      </p:to>
                                    </p:set>
                                    <p:animEffect transition="in" filter="fade">
                                      <p:cBhvr>
                                        <p:cTn id="40" dur="1000"/>
                                        <p:tgtEl>
                                          <p:spTgt spid="200704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007049"/>
                                        </p:tgtEl>
                                        <p:attrNameLst>
                                          <p:attrName>style.visibility</p:attrName>
                                        </p:attrNameLst>
                                      </p:cBhvr>
                                      <p:to>
                                        <p:strVal val="visible"/>
                                      </p:to>
                                    </p:set>
                                    <p:animEffect transition="in" filter="fade">
                                      <p:cBhvr>
                                        <p:cTn id="43" dur="1000"/>
                                        <p:tgtEl>
                                          <p:spTgt spid="200704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007050"/>
                                        </p:tgtEl>
                                        <p:attrNameLst>
                                          <p:attrName>style.visibility</p:attrName>
                                        </p:attrNameLst>
                                      </p:cBhvr>
                                      <p:to>
                                        <p:strVal val="visible"/>
                                      </p:to>
                                    </p:set>
                                    <p:animEffect transition="in" filter="fade">
                                      <p:cBhvr>
                                        <p:cTn id="46" dur="1000"/>
                                        <p:tgtEl>
                                          <p:spTgt spid="200705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07053"/>
                                        </p:tgtEl>
                                        <p:attrNameLst>
                                          <p:attrName>style.visibility</p:attrName>
                                        </p:attrNameLst>
                                      </p:cBhvr>
                                      <p:to>
                                        <p:strVal val="visible"/>
                                      </p:to>
                                    </p:set>
                                    <p:animEffect transition="in" filter="fade">
                                      <p:cBhvr>
                                        <p:cTn id="49" dur="1000"/>
                                        <p:tgtEl>
                                          <p:spTgt spid="200705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10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childTnLst>
                          </p:cTn>
                        </p:par>
                        <p:par>
                          <p:cTn id="58" fill="hold">
                            <p:stCondLst>
                              <p:cond delay="500"/>
                            </p:stCondLst>
                            <p:childTnLst>
                              <p:par>
                                <p:cTn id="59" presetID="22" presetClass="entr" presetSubtype="1" fill="hold" nodeType="afterEffect">
                                  <p:stCondLst>
                                    <p:cond delay="0"/>
                                  </p:stCondLst>
                                  <p:childTnLst>
                                    <p:set>
                                      <p:cBhvr>
                                        <p:cTn id="60" dur="1" fill="hold">
                                          <p:stCondLst>
                                            <p:cond delay="0"/>
                                          </p:stCondLst>
                                        </p:cTn>
                                        <p:tgtEl>
                                          <p:spTgt spid="4">
                                            <p:txEl>
                                              <p:pRg st="0" end="0"/>
                                            </p:txEl>
                                          </p:spTgt>
                                        </p:tgtEl>
                                        <p:attrNameLst>
                                          <p:attrName>style.visibility</p:attrName>
                                        </p:attrNameLst>
                                      </p:cBhvr>
                                      <p:to>
                                        <p:strVal val="visible"/>
                                      </p:to>
                                    </p:set>
                                    <p:animEffect transition="in" filter="wipe(up)">
                                      <p:cBhvr>
                                        <p:cTn id="61" dur="500"/>
                                        <p:tgtEl>
                                          <p:spTgt spid="4">
                                            <p:txEl>
                                              <p:pRg st="0" end="0"/>
                                            </p:txEl>
                                          </p:spTgt>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
                                        </p:tgtEl>
                                        <p:attrNameLst>
                                          <p:attrName>style.visibility</p:attrName>
                                        </p:attrNameLst>
                                      </p:cBhvr>
                                      <p:to>
                                        <p:strVal val="visible"/>
                                      </p:to>
                                    </p:set>
                                    <p:animEffect transition="in" filter="fade">
                                      <p:cBhvr>
                                        <p:cTn id="64" dur="500"/>
                                        <p:tgtEl>
                                          <p:spTgt spid="3"/>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nodeType="clickEffect">
                                  <p:stCondLst>
                                    <p:cond delay="0"/>
                                  </p:stCondLst>
                                  <p:childTnLst>
                                    <p:set>
                                      <p:cBhvr>
                                        <p:cTn id="68" dur="1" fill="hold">
                                          <p:stCondLst>
                                            <p:cond delay="0"/>
                                          </p:stCondLst>
                                        </p:cTn>
                                        <p:tgtEl>
                                          <p:spTgt spid="23">
                                            <p:txEl>
                                              <p:pRg st="0" end="0"/>
                                            </p:txEl>
                                          </p:spTgt>
                                        </p:tgtEl>
                                        <p:attrNameLst>
                                          <p:attrName>style.visibility</p:attrName>
                                        </p:attrNameLst>
                                      </p:cBhvr>
                                      <p:to>
                                        <p:strVal val="visible"/>
                                      </p:to>
                                    </p:set>
                                    <p:animEffect transition="in" filter="wipe(up)">
                                      <p:cBhvr>
                                        <p:cTn id="69" dur="500"/>
                                        <p:tgtEl>
                                          <p:spTgt spid="23">
                                            <p:txEl>
                                              <p:pRg st="0" end="0"/>
                                            </p:txEl>
                                          </p:spTgt>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48" grpId="0"/>
      <p:bldP spid="2007049" grpId="0"/>
      <p:bldP spid="2007050" grpId="0"/>
      <p:bldP spid="2007053" grpId="0"/>
      <p:bldP spid="12" grpId="0"/>
      <p:bldP spid="21" grpId="0" animBg="1"/>
      <p:bldP spid="3" grpId="0" animBg="1"/>
      <p:bldP spid="2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6019" name="Rectangle 3"/>
          <p:cNvSpPr>
            <a:spLocks noGrp="1" noChangeArrowheads="1"/>
          </p:cNvSpPr>
          <p:nvPr>
            <p:ph idx="1"/>
          </p:nvPr>
        </p:nvSpPr>
        <p:spPr>
          <a:xfrm>
            <a:off x="467544" y="1478526"/>
            <a:ext cx="8136904" cy="4824536"/>
          </a:xfrm>
        </p:spPr>
        <p:txBody>
          <a:bodyPr>
            <a:noAutofit/>
          </a:bodyPr>
          <a:lstStyle/>
          <a:p>
            <a:pPr marL="0" indent="0">
              <a:buNone/>
            </a:pPr>
            <a:r>
              <a:rPr lang="en-AU" dirty="0"/>
              <a:t>This process starts when a request for down payment has been approved.</a:t>
            </a:r>
          </a:p>
          <a:p>
            <a:pPr marL="0" indent="0">
              <a:buNone/>
            </a:pPr>
            <a:r>
              <a:rPr lang="en-AU" dirty="0"/>
              <a:t>It involves the entry and posting of a down payment in the form of a down payment request being entered into the system, the automatic subsequent payment, acquittal of the down payment through the processing of the direct invoice and the clearance of the vendor line items.</a:t>
            </a:r>
          </a:p>
          <a:p>
            <a:pPr marL="0" indent="0">
              <a:buNone/>
            </a:pPr>
            <a:r>
              <a:rPr lang="en-AU" dirty="0"/>
              <a:t>The clearance of the vendor line items can result in a debit or credit balance. In case of debit balance, the arrears are processed, otherwise the remaining balance is paid.  </a:t>
            </a:r>
          </a:p>
        </p:txBody>
      </p:sp>
      <p:sp>
        <p:nvSpPr>
          <p:cNvPr id="2006021" name="Rectangle 5"/>
          <p:cNvSpPr>
            <a:spLocks noChangeArrowheads="1"/>
          </p:cNvSpPr>
          <p:nvPr/>
        </p:nvSpPr>
        <p:spPr bwMode="auto">
          <a:xfrm>
            <a:off x="467544" y="958761"/>
            <a:ext cx="2954399" cy="430887"/>
          </a:xfrm>
          <a:prstGeom prst="rect">
            <a:avLst/>
          </a:prstGeom>
          <a:noFill/>
          <a:ln w="9525">
            <a:noFill/>
            <a:miter lim="800000"/>
            <a:headEnd/>
            <a:tailEnd/>
          </a:ln>
          <a:effectLst/>
        </p:spPr>
        <p:txBody>
          <a:bodyPr wrap="none">
            <a:spAutoFit/>
          </a:bodyPr>
          <a:lstStyle/>
          <a:p>
            <a:pPr eaLnBrk="0" fontAlgn="base" hangingPunct="0">
              <a:spcBef>
                <a:spcPct val="0"/>
              </a:spcBef>
              <a:spcAft>
                <a:spcPct val="0"/>
              </a:spcAft>
            </a:pPr>
            <a:r>
              <a:rPr lang="en-AU" sz="2200" b="1" dirty="0">
                <a:solidFill>
                  <a:prstClr val="black">
                    <a:lumMod val="75000"/>
                    <a:lumOff val="25000"/>
                  </a:prstClr>
                </a:solidFill>
                <a:ea typeface="ＭＳ Ｐゴシック" pitchFamily="34" charset="-128"/>
              </a:rPr>
              <a:t>Handle down payments</a:t>
            </a:r>
          </a:p>
        </p:txBody>
      </p:sp>
      <p:sp>
        <p:nvSpPr>
          <p:cNvPr id="2" name="Title 1"/>
          <p:cNvSpPr>
            <a:spLocks noGrp="1"/>
          </p:cNvSpPr>
          <p:nvPr>
            <p:ph type="title"/>
          </p:nvPr>
        </p:nvSpPr>
        <p:spPr>
          <a:xfrm>
            <a:off x="448555" y="150887"/>
            <a:ext cx="8064896" cy="792088"/>
          </a:xfrm>
        </p:spPr>
        <p:txBody>
          <a:bodyPr/>
          <a:lstStyle/>
          <a:p>
            <a:r>
              <a:rPr lang="en-US" dirty="0"/>
              <a:t>One more example</a:t>
            </a:r>
          </a:p>
        </p:txBody>
      </p:sp>
      <p:sp>
        <p:nvSpPr>
          <p:cNvPr id="3" name="Slide Number Placeholder 2"/>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29</a:t>
            </a:fld>
            <a:endParaRPr lang="en-AU">
              <a:solidFill>
                <a:prstClr val="black">
                  <a:lumMod val="50000"/>
                  <a:lumOff val="50000"/>
                </a:prstClr>
              </a:solidFill>
            </a:endParaRPr>
          </a:p>
        </p:txBody>
      </p:sp>
    </p:spTree>
    <p:extLst>
      <p:ext uri="{BB962C8B-B14F-4D97-AF65-F5344CB8AC3E}">
        <p14:creationId xmlns:p14="http://schemas.microsoft.com/office/powerpoint/2010/main" val="6415425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07054" name="Object 14"/>
          <p:cNvGraphicFramePr>
            <a:graphicFrameLocks noChangeAspect="1"/>
          </p:cNvGraphicFramePr>
          <p:nvPr/>
        </p:nvGraphicFramePr>
        <p:xfrm>
          <a:off x="-30163" y="2085975"/>
          <a:ext cx="8832851" cy="2900363"/>
        </p:xfrm>
        <a:graphic>
          <a:graphicData uri="http://schemas.openxmlformats.org/presentationml/2006/ole">
            <mc:AlternateContent xmlns:mc="http://schemas.openxmlformats.org/markup-compatibility/2006">
              <mc:Choice xmlns:v="urn:schemas-microsoft-com:vml" Requires="v">
                <p:oleObj name="Visio" r:id="rId3" imgW="10173586" imgH="3346513" progId="Visio.Drawing.11">
                  <p:embed/>
                </p:oleObj>
              </mc:Choice>
              <mc:Fallback>
                <p:oleObj name="Visio" r:id="rId3" imgW="10173586" imgH="3346513" progId="Visio.Drawing.11">
                  <p:embed/>
                  <p:pic>
                    <p:nvPicPr>
                      <p:cNvPr id="0" name=""/>
                      <p:cNvPicPr>
                        <a:picLocks noChangeAspect="1" noChangeArrowheads="1"/>
                      </p:cNvPicPr>
                      <p:nvPr/>
                    </p:nvPicPr>
                    <p:blipFill>
                      <a:blip r:embed="rId4"/>
                      <a:srcRect/>
                      <a:stretch>
                        <a:fillRect/>
                      </a:stretch>
                    </p:blipFill>
                    <p:spPr bwMode="auto">
                      <a:xfrm>
                        <a:off x="-30163" y="2085975"/>
                        <a:ext cx="8832851" cy="2900363"/>
                      </a:xfrm>
                      <a:prstGeom prst="rect">
                        <a:avLst/>
                      </a:prstGeom>
                      <a:noFill/>
                      <a:ln>
                        <a:noFill/>
                      </a:ln>
                      <a:effectLst/>
                    </p:spPr>
                  </p:pic>
                </p:oleObj>
              </mc:Fallback>
            </mc:AlternateContent>
          </a:graphicData>
        </a:graphic>
      </p:graphicFrame>
      <p:sp>
        <p:nvSpPr>
          <p:cNvPr id="2007046" name="Rectangle 6"/>
          <p:cNvSpPr>
            <a:spLocks noGrp="1" noChangeArrowheads="1"/>
          </p:cNvSpPr>
          <p:nvPr>
            <p:ph type="title"/>
          </p:nvPr>
        </p:nvSpPr>
        <p:spPr>
          <a:noFill/>
          <a:ln/>
        </p:spPr>
        <p:txBody>
          <a:bodyPr/>
          <a:lstStyle/>
          <a:p>
            <a:r>
              <a:rPr lang="en-AU" dirty="0"/>
              <a:t>Solution in BPMN</a:t>
            </a: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30</a:t>
            </a:fld>
            <a:endParaRPr lang="en-AU">
              <a:solidFill>
                <a:prstClr val="black">
                  <a:lumMod val="50000"/>
                  <a:lumOff val="50000"/>
                </a:prstClr>
              </a:solidFill>
            </a:endParaRPr>
          </a:p>
        </p:txBody>
      </p:sp>
      <p:sp>
        <p:nvSpPr>
          <p:cNvPr id="10" name="Rectangle 5"/>
          <p:cNvSpPr>
            <a:spLocks noChangeArrowheads="1"/>
          </p:cNvSpPr>
          <p:nvPr/>
        </p:nvSpPr>
        <p:spPr bwMode="auto">
          <a:xfrm>
            <a:off x="467544" y="958761"/>
            <a:ext cx="2954399" cy="430887"/>
          </a:xfrm>
          <a:prstGeom prst="rect">
            <a:avLst/>
          </a:prstGeom>
          <a:noFill/>
          <a:ln w="9525">
            <a:noFill/>
            <a:miter lim="800000"/>
            <a:headEnd/>
            <a:tailEnd/>
          </a:ln>
          <a:effectLst/>
        </p:spPr>
        <p:txBody>
          <a:bodyPr wrap="none">
            <a:spAutoFit/>
          </a:bodyPr>
          <a:lstStyle/>
          <a:p>
            <a:pPr eaLnBrk="0" fontAlgn="base" hangingPunct="0">
              <a:spcBef>
                <a:spcPct val="0"/>
              </a:spcBef>
              <a:spcAft>
                <a:spcPct val="0"/>
              </a:spcAft>
            </a:pPr>
            <a:r>
              <a:rPr lang="en-AU" sz="2200" b="1" dirty="0">
                <a:solidFill>
                  <a:prstClr val="black">
                    <a:lumMod val="75000"/>
                    <a:lumOff val="25000"/>
                  </a:prstClr>
                </a:solidFill>
                <a:ea typeface="ＭＳ Ｐゴシック" pitchFamily="34" charset="-128"/>
              </a:rPr>
              <a:t>Handle down payments</a:t>
            </a:r>
          </a:p>
        </p:txBody>
      </p:sp>
    </p:spTree>
    <p:extLst>
      <p:ext uri="{BB962C8B-B14F-4D97-AF65-F5344CB8AC3E}">
        <p14:creationId xmlns:p14="http://schemas.microsoft.com/office/powerpoint/2010/main" val="215884904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7140" name="Rectangle 4"/>
          <p:cNvSpPr>
            <a:spLocks noGrp="1" noChangeArrowheads="1"/>
          </p:cNvSpPr>
          <p:nvPr>
            <p:ph idx="1"/>
          </p:nvPr>
        </p:nvSpPr>
        <p:spPr>
          <a:xfrm>
            <a:off x="2957688" y="1449472"/>
            <a:ext cx="5863583" cy="4824536"/>
          </a:xfrm>
        </p:spPr>
        <p:txBody>
          <a:bodyPr/>
          <a:lstStyle/>
          <a:p>
            <a:pPr marL="0" indent="0">
              <a:buNone/>
            </a:pPr>
            <a:r>
              <a:rPr lang="en-AU" i="1" dirty="0"/>
              <a:t>Activities </a:t>
            </a:r>
            <a:r>
              <a:rPr lang="en-AU" dirty="0"/>
              <a:t>capture work performed in a process</a:t>
            </a:r>
          </a:p>
          <a:p>
            <a:pPr lvl="1"/>
            <a:r>
              <a:rPr lang="en-AU" sz="2000" dirty="0"/>
              <a:t>Different types of activities</a:t>
            </a:r>
          </a:p>
          <a:p>
            <a:pPr marL="228600" lvl="1" indent="0">
              <a:buNone/>
            </a:pPr>
            <a:endParaRPr lang="en-AU" sz="2000" dirty="0"/>
          </a:p>
          <a:p>
            <a:pPr marL="228600" lvl="1" indent="0">
              <a:buNone/>
            </a:pPr>
            <a:endParaRPr lang="en-AU" sz="2000" dirty="0"/>
          </a:p>
          <a:p>
            <a:pPr marL="0" indent="0">
              <a:buNone/>
            </a:pPr>
            <a:endParaRPr lang="en-AU" i="1" dirty="0"/>
          </a:p>
          <a:p>
            <a:pPr marL="0" indent="0">
              <a:buNone/>
            </a:pPr>
            <a:r>
              <a:rPr lang="en-AU" i="1" dirty="0"/>
              <a:t>Events</a:t>
            </a:r>
            <a:r>
              <a:rPr lang="en-AU" dirty="0"/>
              <a:t> represent the process’ triggers (start event) and outcomes (end event).</a:t>
            </a:r>
          </a:p>
          <a:p>
            <a:pPr lvl="1"/>
            <a:r>
              <a:rPr lang="en-AU" sz="2000" dirty="0"/>
              <a:t>Different types of events</a:t>
            </a:r>
          </a:p>
          <a:p>
            <a:pPr marL="228600" lvl="1" indent="0">
              <a:buNone/>
            </a:pPr>
            <a:endParaRPr lang="en-AU" sz="2000" dirty="0"/>
          </a:p>
          <a:p>
            <a:pPr lvl="1"/>
            <a:endParaRPr lang="en-AU" sz="2000" dirty="0"/>
          </a:p>
          <a:p>
            <a:pPr>
              <a:buFontTx/>
              <a:buNone/>
            </a:pPr>
            <a:endParaRPr lang="en-AU" sz="2000" dirty="0"/>
          </a:p>
        </p:txBody>
      </p:sp>
      <p:sp>
        <p:nvSpPr>
          <p:cNvPr id="987138" name="Rectangle 2"/>
          <p:cNvSpPr>
            <a:spLocks noGrp="1" noChangeArrowheads="1"/>
          </p:cNvSpPr>
          <p:nvPr>
            <p:ph type="title"/>
          </p:nvPr>
        </p:nvSpPr>
        <p:spPr/>
        <p:txBody>
          <a:bodyPr>
            <a:normAutofit/>
          </a:bodyPr>
          <a:lstStyle/>
          <a:p>
            <a:r>
              <a:rPr lang="en-AU" sz="2800" dirty="0"/>
              <a:t>BPMN core elements</a:t>
            </a:r>
            <a:endParaRPr lang="en-AU" sz="2800" i="1" dirty="0"/>
          </a:p>
        </p:txBody>
      </p:sp>
      <p:graphicFrame>
        <p:nvGraphicFramePr>
          <p:cNvPr id="987144" name="Object 8"/>
          <p:cNvGraphicFramePr>
            <a:graphicFrameLocks noChangeAspect="1"/>
          </p:cNvGraphicFramePr>
          <p:nvPr/>
        </p:nvGraphicFramePr>
        <p:xfrm>
          <a:off x="729545" y="1425345"/>
          <a:ext cx="1612900" cy="1092200"/>
        </p:xfrm>
        <a:graphic>
          <a:graphicData uri="http://schemas.openxmlformats.org/presentationml/2006/ole">
            <mc:AlternateContent xmlns:mc="http://schemas.openxmlformats.org/markup-compatibility/2006">
              <mc:Choice xmlns:v="urn:schemas-microsoft-com:vml" Requires="v">
                <p:oleObj name="Visio" r:id="rId3" imgW="1117640" imgH="757595" progId="Visio.Drawing.11">
                  <p:embed/>
                </p:oleObj>
              </mc:Choice>
              <mc:Fallback>
                <p:oleObj name="Visio" r:id="rId3" imgW="1117640" imgH="757595"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9545" y="1425345"/>
                        <a:ext cx="1612900" cy="109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87145" name="Text Box 9"/>
          <p:cNvSpPr txBox="1">
            <a:spLocks noChangeArrowheads="1"/>
          </p:cNvSpPr>
          <p:nvPr/>
        </p:nvSpPr>
        <p:spPr bwMode="auto">
          <a:xfrm>
            <a:off x="1041029" y="2527110"/>
            <a:ext cx="1047082" cy="430887"/>
          </a:xfrm>
          <a:prstGeom prst="rect">
            <a:avLst/>
          </a:prstGeom>
          <a:noFill/>
          <a:ln w="9525">
            <a:noFill/>
            <a:miter lim="800000"/>
            <a:headEnd/>
            <a:tailEnd/>
          </a:ln>
          <a:effectLst/>
        </p:spPr>
        <p:txBody>
          <a:bodyPr wrap="none">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activity</a:t>
            </a: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31</a:t>
            </a:fld>
            <a:endParaRPr lang="en-AU">
              <a:solidFill>
                <a:prstClr val="black">
                  <a:lumMod val="50000"/>
                  <a:lumOff val="50000"/>
                </a:prstClr>
              </a:solidFill>
            </a:endParaRPr>
          </a:p>
        </p:txBody>
      </p:sp>
      <p:graphicFrame>
        <p:nvGraphicFramePr>
          <p:cNvPr id="11" name="Object 10"/>
          <p:cNvGraphicFramePr>
            <a:graphicFrameLocks noChangeAspect="1"/>
          </p:cNvGraphicFramePr>
          <p:nvPr/>
        </p:nvGraphicFramePr>
        <p:xfrm>
          <a:off x="729545" y="3790356"/>
          <a:ext cx="661987" cy="661987"/>
        </p:xfrm>
        <a:graphic>
          <a:graphicData uri="http://schemas.openxmlformats.org/presentationml/2006/ole">
            <mc:AlternateContent xmlns:mc="http://schemas.openxmlformats.org/markup-compatibility/2006">
              <mc:Choice xmlns:v="urn:schemas-microsoft-com:vml" Requires="v">
                <p:oleObj name="Visio" r:id="rId5" imgW="397550" imgH="397550" progId="Visio.Drawing.11">
                  <p:embed/>
                </p:oleObj>
              </mc:Choice>
              <mc:Fallback>
                <p:oleObj name="Visio" r:id="rId5" imgW="397550" imgH="397550"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9545" y="3790356"/>
                        <a:ext cx="661987" cy="661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Object 11"/>
          <p:cNvGraphicFramePr>
            <a:graphicFrameLocks noChangeAspect="1"/>
          </p:cNvGraphicFramePr>
          <p:nvPr/>
        </p:nvGraphicFramePr>
        <p:xfrm>
          <a:off x="1695054" y="3783962"/>
          <a:ext cx="714375" cy="714375"/>
        </p:xfrm>
        <a:graphic>
          <a:graphicData uri="http://schemas.openxmlformats.org/presentationml/2006/ole">
            <mc:AlternateContent xmlns:mc="http://schemas.openxmlformats.org/markup-compatibility/2006">
              <mc:Choice xmlns:v="urn:schemas-microsoft-com:vml" Requires="v">
                <p:oleObj name="Visio" r:id="rId7" imgW="428054" imgH="428387" progId="Visio.Drawing.11">
                  <p:embed/>
                </p:oleObj>
              </mc:Choice>
              <mc:Fallback>
                <p:oleObj name="Visio" r:id="rId7" imgW="428054" imgH="428387" progId="Visio.Drawing.11">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5054" y="3783962"/>
                        <a:ext cx="71437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Text Box 9"/>
          <p:cNvSpPr txBox="1">
            <a:spLocks noChangeArrowheads="1"/>
          </p:cNvSpPr>
          <p:nvPr/>
        </p:nvSpPr>
        <p:spPr bwMode="auto">
          <a:xfrm>
            <a:off x="614638" y="4437030"/>
            <a:ext cx="875561" cy="769441"/>
          </a:xfrm>
          <a:prstGeom prst="rect">
            <a:avLst/>
          </a:prstGeom>
          <a:noFill/>
          <a:ln w="9525">
            <a:noFill/>
            <a:miter lim="800000"/>
            <a:headEnd/>
            <a:tailEnd/>
          </a:ln>
          <a:effectLst/>
        </p:spPr>
        <p:txBody>
          <a:bodyPr wrap="none">
            <a:spAutoFit/>
          </a:bodyPr>
          <a:lstStyle/>
          <a:p>
            <a:pPr algn="ctr" eaLnBrk="0" fontAlgn="base" hangingPunct="0">
              <a:spcBef>
                <a:spcPct val="0"/>
              </a:spcBef>
              <a:spcAft>
                <a:spcPct val="0"/>
              </a:spcAft>
            </a:pPr>
            <a:r>
              <a:rPr lang="en-AU" sz="2200" dirty="0">
                <a:solidFill>
                  <a:prstClr val="black"/>
                </a:solidFill>
                <a:latin typeface="Arial" charset="0"/>
                <a:ea typeface="ＭＳ Ｐゴシック" pitchFamily="34" charset="-128"/>
              </a:rPr>
              <a:t>start</a:t>
            </a:r>
          </a:p>
          <a:p>
            <a:pPr algn="ctr" eaLnBrk="0" fontAlgn="base" hangingPunct="0">
              <a:spcBef>
                <a:spcPct val="0"/>
              </a:spcBef>
              <a:spcAft>
                <a:spcPct val="0"/>
              </a:spcAft>
            </a:pPr>
            <a:r>
              <a:rPr lang="en-AU" sz="2200" dirty="0">
                <a:solidFill>
                  <a:prstClr val="black"/>
                </a:solidFill>
                <a:latin typeface="Arial" charset="0"/>
                <a:ea typeface="ＭＳ Ｐゴシック" pitchFamily="34" charset="-128"/>
              </a:rPr>
              <a:t>event</a:t>
            </a:r>
          </a:p>
        </p:txBody>
      </p:sp>
      <p:sp>
        <p:nvSpPr>
          <p:cNvPr id="15" name="Text Box 9"/>
          <p:cNvSpPr txBox="1">
            <a:spLocks noChangeArrowheads="1"/>
          </p:cNvSpPr>
          <p:nvPr/>
        </p:nvSpPr>
        <p:spPr bwMode="auto">
          <a:xfrm>
            <a:off x="1629133" y="4435105"/>
            <a:ext cx="875561" cy="769441"/>
          </a:xfrm>
          <a:prstGeom prst="rect">
            <a:avLst/>
          </a:prstGeom>
          <a:noFill/>
          <a:ln w="9525">
            <a:noFill/>
            <a:miter lim="800000"/>
            <a:headEnd/>
            <a:tailEnd/>
          </a:ln>
          <a:effectLst/>
        </p:spPr>
        <p:txBody>
          <a:bodyPr wrap="none">
            <a:spAutoFit/>
          </a:bodyPr>
          <a:lstStyle/>
          <a:p>
            <a:pPr algn="ctr" eaLnBrk="0" fontAlgn="base" hangingPunct="0">
              <a:spcBef>
                <a:spcPct val="0"/>
              </a:spcBef>
              <a:spcAft>
                <a:spcPct val="0"/>
              </a:spcAft>
            </a:pPr>
            <a:r>
              <a:rPr lang="en-AU" sz="2200" dirty="0">
                <a:solidFill>
                  <a:prstClr val="black"/>
                </a:solidFill>
                <a:latin typeface="Arial" charset="0"/>
                <a:ea typeface="ＭＳ Ｐゴシック" pitchFamily="34" charset="-128"/>
              </a:rPr>
              <a:t>end</a:t>
            </a:r>
          </a:p>
          <a:p>
            <a:pPr algn="ctr" eaLnBrk="0" fontAlgn="base" hangingPunct="0">
              <a:spcBef>
                <a:spcPct val="0"/>
              </a:spcBef>
              <a:spcAft>
                <a:spcPct val="0"/>
              </a:spcAft>
            </a:pPr>
            <a:r>
              <a:rPr lang="en-AU" sz="2200" dirty="0">
                <a:solidFill>
                  <a:prstClr val="black"/>
                </a:solidFill>
                <a:latin typeface="Arial" charset="0"/>
                <a:ea typeface="ＭＳ Ｐゴシック" pitchFamily="34" charset="-128"/>
              </a:rPr>
              <a:t>event</a:t>
            </a:r>
          </a:p>
        </p:txBody>
      </p:sp>
    </p:spTree>
    <p:extLst>
      <p:ext uri="{BB962C8B-B14F-4D97-AF65-F5344CB8AC3E}">
        <p14:creationId xmlns:p14="http://schemas.microsoft.com/office/powerpoint/2010/main" val="42613678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8163" name="Rectangle 3"/>
          <p:cNvSpPr>
            <a:spLocks noGrp="1" noChangeArrowheads="1"/>
          </p:cNvSpPr>
          <p:nvPr>
            <p:ph idx="1"/>
          </p:nvPr>
        </p:nvSpPr>
        <p:spPr>
          <a:xfrm>
            <a:off x="2427110" y="1300794"/>
            <a:ext cx="6177337" cy="4824536"/>
          </a:xfrm>
        </p:spPr>
        <p:txBody>
          <a:bodyPr>
            <a:normAutofit/>
          </a:bodyPr>
          <a:lstStyle/>
          <a:p>
            <a:pPr marL="0" indent="0">
              <a:buNone/>
            </a:pPr>
            <a:r>
              <a:rPr lang="en-AU" i="1" dirty="0"/>
              <a:t>Gateways</a:t>
            </a:r>
            <a:r>
              <a:rPr lang="en-AU" dirty="0"/>
              <a:t> capture forking and joining paths in the control flow.</a:t>
            </a:r>
          </a:p>
          <a:p>
            <a:pPr lvl="1"/>
            <a:r>
              <a:rPr lang="en-AU" sz="2000" dirty="0"/>
              <a:t>Different types of gateways</a:t>
            </a:r>
          </a:p>
          <a:p>
            <a:pPr lvl="1">
              <a:buFontTx/>
              <a:buNone/>
            </a:pPr>
            <a:endParaRPr lang="en-AU" sz="2000" dirty="0"/>
          </a:p>
          <a:p>
            <a:pPr lvl="1">
              <a:buFontTx/>
              <a:buNone/>
            </a:pPr>
            <a:endParaRPr lang="en-AU" sz="2000" dirty="0"/>
          </a:p>
          <a:p>
            <a:pPr marL="0" indent="0">
              <a:buNone/>
            </a:pPr>
            <a:r>
              <a:rPr lang="en-AU" i="1" dirty="0"/>
              <a:t>Sequence flows</a:t>
            </a:r>
            <a:r>
              <a:rPr lang="en-AU" dirty="0"/>
              <a:t> represent the order in which activities and events will be performed. </a:t>
            </a:r>
          </a:p>
          <a:p>
            <a:pPr marL="0" indent="0">
              <a:buNone/>
            </a:pPr>
            <a:r>
              <a:rPr lang="en-AU" dirty="0"/>
              <a:t>They can be assigned a condition to distinguish between alternative branches.</a:t>
            </a:r>
          </a:p>
          <a:p>
            <a:pPr lvl="1"/>
            <a:r>
              <a:rPr lang="en-AU" sz="2000" dirty="0"/>
              <a:t>Different types of flows</a:t>
            </a:r>
          </a:p>
        </p:txBody>
      </p:sp>
      <p:sp>
        <p:nvSpPr>
          <p:cNvPr id="988162" name="Rectangle 2"/>
          <p:cNvSpPr>
            <a:spLocks noGrp="1" noChangeArrowheads="1"/>
          </p:cNvSpPr>
          <p:nvPr>
            <p:ph type="title"/>
          </p:nvPr>
        </p:nvSpPr>
        <p:spPr/>
        <p:txBody>
          <a:bodyPr>
            <a:normAutofit/>
          </a:bodyPr>
          <a:lstStyle/>
          <a:p>
            <a:r>
              <a:rPr lang="en-AU" sz="2800" dirty="0"/>
              <a:t>BPMN core elements</a:t>
            </a:r>
            <a:endParaRPr lang="en-AU" sz="2800" i="1" dirty="0"/>
          </a:p>
        </p:txBody>
      </p:sp>
      <p:graphicFrame>
        <p:nvGraphicFramePr>
          <p:cNvPr id="988167" name="Object 7"/>
          <p:cNvGraphicFramePr>
            <a:graphicFrameLocks noChangeAspect="1"/>
          </p:cNvGraphicFramePr>
          <p:nvPr/>
        </p:nvGraphicFramePr>
        <p:xfrm>
          <a:off x="579438" y="3573373"/>
          <a:ext cx="1270000" cy="250825"/>
        </p:xfrm>
        <a:graphic>
          <a:graphicData uri="http://schemas.openxmlformats.org/presentationml/2006/ole">
            <mc:AlternateContent xmlns:mc="http://schemas.openxmlformats.org/markup-compatibility/2006">
              <mc:Choice xmlns:v="urn:schemas-microsoft-com:vml" Requires="v">
                <p:oleObj name="Visio" r:id="rId3" imgW="498062" imgH="98762" progId="Visio.Drawing.11">
                  <p:embed/>
                </p:oleObj>
              </mc:Choice>
              <mc:Fallback>
                <p:oleObj name="Visio" r:id="rId3" imgW="498062" imgH="98762"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438" y="3573373"/>
                        <a:ext cx="1270000" cy="25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88168" name="Text Box 8"/>
          <p:cNvSpPr txBox="1">
            <a:spLocks noChangeArrowheads="1"/>
          </p:cNvSpPr>
          <p:nvPr/>
        </p:nvSpPr>
        <p:spPr bwMode="auto">
          <a:xfrm>
            <a:off x="452920" y="3865890"/>
            <a:ext cx="1409360" cy="769441"/>
          </a:xfrm>
          <a:prstGeom prst="rect">
            <a:avLst/>
          </a:prstGeom>
          <a:noFill/>
          <a:ln w="9525">
            <a:noFill/>
            <a:miter lim="800000"/>
            <a:headEnd/>
            <a:tailEnd/>
          </a:ln>
          <a:effectLst/>
        </p:spPr>
        <p:txBody>
          <a:bodyPr wrap="none">
            <a:spAutoFit/>
          </a:bodyPr>
          <a:lstStyle/>
          <a:p>
            <a:pPr algn="ctr" eaLnBrk="0" fontAlgn="base" hangingPunct="0">
              <a:spcBef>
                <a:spcPct val="0"/>
              </a:spcBef>
              <a:spcAft>
                <a:spcPct val="0"/>
              </a:spcAft>
            </a:pPr>
            <a:r>
              <a:rPr lang="en-AU" sz="2200" dirty="0">
                <a:solidFill>
                  <a:prstClr val="black"/>
                </a:solidFill>
                <a:latin typeface="Arial" charset="0"/>
                <a:ea typeface="ＭＳ Ｐゴシック" pitchFamily="34" charset="-128"/>
              </a:rPr>
              <a:t>sequence</a:t>
            </a:r>
            <a:br>
              <a:rPr lang="en-AU" sz="2200" dirty="0">
                <a:solidFill>
                  <a:prstClr val="black"/>
                </a:solidFill>
                <a:latin typeface="Arial" charset="0"/>
                <a:ea typeface="ＭＳ Ｐゴシック" pitchFamily="34" charset="-128"/>
              </a:rPr>
            </a:br>
            <a:r>
              <a:rPr lang="en-AU" sz="2200" dirty="0">
                <a:solidFill>
                  <a:prstClr val="black"/>
                </a:solidFill>
                <a:latin typeface="Arial" charset="0"/>
                <a:ea typeface="ＭＳ Ｐゴシック" pitchFamily="34" charset="-128"/>
              </a:rPr>
              <a:t>flow</a:t>
            </a: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32</a:t>
            </a:fld>
            <a:endParaRPr lang="en-AU">
              <a:solidFill>
                <a:prstClr val="black">
                  <a:lumMod val="50000"/>
                  <a:lumOff val="50000"/>
                </a:prstClr>
              </a:solidFill>
            </a:endParaRPr>
          </a:p>
        </p:txBody>
      </p:sp>
      <p:graphicFrame>
        <p:nvGraphicFramePr>
          <p:cNvPr id="9" name="Object 7"/>
          <p:cNvGraphicFramePr>
            <a:graphicFrameLocks noChangeAspect="1"/>
          </p:cNvGraphicFramePr>
          <p:nvPr/>
        </p:nvGraphicFramePr>
        <p:xfrm>
          <a:off x="700088" y="1214348"/>
          <a:ext cx="1054100" cy="1054100"/>
        </p:xfrm>
        <a:graphic>
          <a:graphicData uri="http://schemas.openxmlformats.org/presentationml/2006/ole">
            <mc:AlternateContent xmlns:mc="http://schemas.openxmlformats.org/markup-compatibility/2006">
              <mc:Choice xmlns:v="urn:schemas-microsoft-com:vml" Requires="v">
                <p:oleObj name="Visio" r:id="rId5" imgW="577572" imgH="577572" progId="Visio.Drawing.11">
                  <p:embed/>
                </p:oleObj>
              </mc:Choice>
              <mc:Fallback>
                <p:oleObj name="Visio" r:id="rId5" imgW="577572" imgH="577572"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0088" y="1214348"/>
                        <a:ext cx="1054100"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Text Box 10"/>
          <p:cNvSpPr txBox="1">
            <a:spLocks noChangeArrowheads="1"/>
          </p:cNvSpPr>
          <p:nvPr/>
        </p:nvSpPr>
        <p:spPr bwMode="auto">
          <a:xfrm>
            <a:off x="623888" y="2243048"/>
            <a:ext cx="1225550" cy="427038"/>
          </a:xfrm>
          <a:prstGeom prst="rect">
            <a:avLst/>
          </a:prstGeom>
          <a:noFill/>
          <a:ln w="9525">
            <a:noFill/>
            <a:miter lim="800000"/>
            <a:headEnd/>
            <a:tailEnd/>
          </a:ln>
          <a:effectLst/>
        </p:spPr>
        <p:txBody>
          <a:bodyPr wrap="none">
            <a:spAutoFit/>
          </a:bodyPr>
          <a:lstStyle/>
          <a:p>
            <a:pPr eaLnBrk="0" fontAlgn="base" hangingPunct="0">
              <a:spcBef>
                <a:spcPct val="0"/>
              </a:spcBef>
              <a:spcAft>
                <a:spcPct val="0"/>
              </a:spcAft>
            </a:pPr>
            <a:r>
              <a:rPr lang="en-AU" sz="2200">
                <a:solidFill>
                  <a:prstClr val="black"/>
                </a:solidFill>
                <a:latin typeface="Arial" charset="0"/>
                <a:ea typeface="ＭＳ Ｐゴシック" pitchFamily="34" charset="-128"/>
              </a:rPr>
              <a:t>gateway</a:t>
            </a:r>
          </a:p>
        </p:txBody>
      </p:sp>
    </p:spTree>
    <p:extLst>
      <p:ext uri="{BB962C8B-B14F-4D97-AF65-F5344CB8AC3E}">
        <p14:creationId xmlns:p14="http://schemas.microsoft.com/office/powerpoint/2010/main" val="4060043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p:cNvGraphicFramePr>
            <a:graphicFrameLocks noChangeAspect="1"/>
          </p:cNvGraphicFramePr>
          <p:nvPr/>
        </p:nvGraphicFramePr>
        <p:xfrm>
          <a:off x="283114" y="1994407"/>
          <a:ext cx="8433755" cy="2393938"/>
        </p:xfrm>
        <a:graphic>
          <a:graphicData uri="http://schemas.openxmlformats.org/presentationml/2006/ole">
            <mc:AlternateContent xmlns:mc="http://schemas.openxmlformats.org/markup-compatibility/2006">
              <mc:Choice xmlns:v="urn:schemas-microsoft-com:vml" Requires="v">
                <p:oleObj name="Visio" r:id="rId3" imgW="9019431" imgH="2575736" progId="Visio.Drawing.11">
                  <p:embed/>
                </p:oleObj>
              </mc:Choice>
              <mc:Fallback>
                <p:oleObj name="Visio" r:id="rId3" imgW="9019431" imgH="2575736" progId="Visio.Drawing.11">
                  <p:embed/>
                  <p:pic>
                    <p:nvPicPr>
                      <p:cNvPr id="0" name=""/>
                      <p:cNvPicPr>
                        <a:picLocks noChangeAspect="1" noChangeArrowheads="1"/>
                      </p:cNvPicPr>
                      <p:nvPr/>
                    </p:nvPicPr>
                    <p:blipFill>
                      <a:blip r:embed="rId4"/>
                      <a:srcRect/>
                      <a:stretch>
                        <a:fillRect/>
                      </a:stretch>
                    </p:blipFill>
                    <p:spPr bwMode="auto">
                      <a:xfrm>
                        <a:off x="283114" y="1994407"/>
                        <a:ext cx="8433755" cy="2393938"/>
                      </a:xfrm>
                      <a:prstGeom prst="rect">
                        <a:avLst/>
                      </a:prstGeom>
                      <a:noFill/>
                      <a:ln>
                        <a:noFill/>
                      </a:ln>
                      <a:effectLst/>
                    </p:spPr>
                  </p:pic>
                </p:oleObj>
              </mc:Fallback>
            </mc:AlternateContent>
          </a:graphicData>
        </a:graphic>
      </p:graphicFrame>
      <p:sp>
        <p:nvSpPr>
          <p:cNvPr id="2007046" name="Rectangle 6"/>
          <p:cNvSpPr>
            <a:spLocks noGrp="1" noChangeArrowheads="1"/>
          </p:cNvSpPr>
          <p:nvPr>
            <p:ph type="title"/>
          </p:nvPr>
        </p:nvSpPr>
        <p:spPr>
          <a:noFill/>
          <a:ln/>
        </p:spPr>
        <p:txBody>
          <a:bodyPr>
            <a:noAutofit/>
          </a:bodyPr>
          <a:lstStyle/>
          <a:p>
            <a:r>
              <a:rPr lang="en-AU" dirty="0"/>
              <a:t>Process model vs process instances – </a:t>
            </a:r>
            <a:br>
              <a:rPr lang="en-AU" dirty="0"/>
            </a:br>
            <a:r>
              <a:rPr lang="en-AU" dirty="0"/>
              <a:t>The tokens game</a:t>
            </a:r>
          </a:p>
        </p:txBody>
      </p:sp>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33</a:t>
            </a:fld>
            <a:endParaRPr lang="en-AU">
              <a:solidFill>
                <a:prstClr val="black">
                  <a:lumMod val="50000"/>
                  <a:lumOff val="50000"/>
                </a:prstClr>
              </a:solidFill>
            </a:endParaRPr>
          </a:p>
        </p:txBody>
      </p:sp>
      <p:sp>
        <p:nvSpPr>
          <p:cNvPr id="3" name="Oval 2"/>
          <p:cNvSpPr/>
          <p:nvPr/>
        </p:nvSpPr>
        <p:spPr>
          <a:xfrm>
            <a:off x="250887" y="1451307"/>
            <a:ext cx="172649" cy="16625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AU" sz="2200">
              <a:solidFill>
                <a:prstClr val="white"/>
              </a:solidFill>
            </a:endParaRPr>
          </a:p>
        </p:txBody>
      </p:sp>
      <p:sp>
        <p:nvSpPr>
          <p:cNvPr id="13" name="Oval 12"/>
          <p:cNvSpPr/>
          <p:nvPr/>
        </p:nvSpPr>
        <p:spPr>
          <a:xfrm>
            <a:off x="248128" y="1711331"/>
            <a:ext cx="172649" cy="166254"/>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eaLnBrk="0" fontAlgn="base" hangingPunct="0">
              <a:spcBef>
                <a:spcPct val="0"/>
              </a:spcBef>
              <a:spcAft>
                <a:spcPct val="0"/>
              </a:spcAft>
            </a:pPr>
            <a:endParaRPr lang="en-AU" sz="2200">
              <a:solidFill>
                <a:prstClr val="white"/>
              </a:solidFill>
            </a:endParaRPr>
          </a:p>
        </p:txBody>
      </p:sp>
      <p:sp>
        <p:nvSpPr>
          <p:cNvPr id="14" name="Oval 13"/>
          <p:cNvSpPr/>
          <p:nvPr/>
        </p:nvSpPr>
        <p:spPr>
          <a:xfrm>
            <a:off x="248128" y="1971355"/>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eaLnBrk="0" fontAlgn="base" hangingPunct="0">
              <a:spcBef>
                <a:spcPct val="0"/>
              </a:spcBef>
              <a:spcAft>
                <a:spcPct val="0"/>
              </a:spcAft>
            </a:pPr>
            <a:endParaRPr lang="en-AU" sz="2200">
              <a:solidFill>
                <a:prstClr val="white"/>
              </a:solidFill>
            </a:endParaRPr>
          </a:p>
        </p:txBody>
      </p:sp>
      <p:sp>
        <p:nvSpPr>
          <p:cNvPr id="4" name="TextBox 3"/>
          <p:cNvSpPr txBox="1"/>
          <p:nvPr/>
        </p:nvSpPr>
        <p:spPr>
          <a:xfrm>
            <a:off x="467544" y="1341999"/>
            <a:ext cx="1649407" cy="369332"/>
          </a:xfrm>
          <a:prstGeom prst="rect">
            <a:avLst/>
          </a:prstGeom>
          <a:noFill/>
        </p:spPr>
        <p:txBody>
          <a:bodyPr wrap="square" rtlCol="0">
            <a:spAutoFit/>
          </a:bodyPr>
          <a:lstStyle/>
          <a:p>
            <a:pPr eaLnBrk="0" fontAlgn="base" hangingPunct="0">
              <a:spcBef>
                <a:spcPct val="0"/>
              </a:spcBef>
              <a:spcAft>
                <a:spcPct val="0"/>
              </a:spcAft>
            </a:pPr>
            <a:r>
              <a:rPr lang="en-AU" dirty="0">
                <a:solidFill>
                  <a:prstClr val="black">
                    <a:lumMod val="75000"/>
                    <a:lumOff val="25000"/>
                  </a:prstClr>
                </a:solidFill>
                <a:ea typeface="ＭＳ Ｐゴシック" pitchFamily="34" charset="-128"/>
              </a:rPr>
              <a:t>Order #1</a:t>
            </a:r>
            <a:endParaRPr lang="en-AU" baseline="-25000" dirty="0">
              <a:solidFill>
                <a:prstClr val="black">
                  <a:lumMod val="75000"/>
                  <a:lumOff val="25000"/>
                </a:prstClr>
              </a:solidFill>
              <a:ea typeface="ＭＳ Ｐゴシック" pitchFamily="34" charset="-128"/>
            </a:endParaRPr>
          </a:p>
        </p:txBody>
      </p:sp>
      <p:sp>
        <p:nvSpPr>
          <p:cNvPr id="15" name="TextBox 14"/>
          <p:cNvSpPr txBox="1"/>
          <p:nvPr/>
        </p:nvSpPr>
        <p:spPr>
          <a:xfrm>
            <a:off x="467544" y="1602023"/>
            <a:ext cx="1649407" cy="369332"/>
          </a:xfrm>
          <a:prstGeom prst="rect">
            <a:avLst/>
          </a:prstGeom>
          <a:noFill/>
        </p:spPr>
        <p:txBody>
          <a:bodyPr wrap="square" rtlCol="0">
            <a:spAutoFit/>
          </a:bodyPr>
          <a:lstStyle/>
          <a:p>
            <a:pPr eaLnBrk="0" fontAlgn="base" hangingPunct="0">
              <a:spcBef>
                <a:spcPct val="0"/>
              </a:spcBef>
              <a:spcAft>
                <a:spcPct val="0"/>
              </a:spcAft>
            </a:pPr>
            <a:r>
              <a:rPr lang="en-AU" dirty="0">
                <a:solidFill>
                  <a:prstClr val="black">
                    <a:lumMod val="75000"/>
                    <a:lumOff val="25000"/>
                  </a:prstClr>
                </a:solidFill>
                <a:ea typeface="ＭＳ Ｐゴシック" pitchFamily="34" charset="-128"/>
              </a:rPr>
              <a:t>Order #2</a:t>
            </a:r>
          </a:p>
        </p:txBody>
      </p:sp>
      <p:sp>
        <p:nvSpPr>
          <p:cNvPr id="16" name="TextBox 15"/>
          <p:cNvSpPr txBox="1"/>
          <p:nvPr/>
        </p:nvSpPr>
        <p:spPr>
          <a:xfrm>
            <a:off x="467544" y="1863731"/>
            <a:ext cx="1649407" cy="369332"/>
          </a:xfrm>
          <a:prstGeom prst="rect">
            <a:avLst/>
          </a:prstGeom>
          <a:noFill/>
        </p:spPr>
        <p:txBody>
          <a:bodyPr wrap="square" rtlCol="0">
            <a:spAutoFit/>
          </a:bodyPr>
          <a:lstStyle/>
          <a:p>
            <a:pPr eaLnBrk="0" fontAlgn="base" hangingPunct="0">
              <a:spcBef>
                <a:spcPct val="0"/>
              </a:spcBef>
              <a:spcAft>
                <a:spcPct val="0"/>
              </a:spcAft>
            </a:pPr>
            <a:r>
              <a:rPr lang="en-AU" dirty="0">
                <a:solidFill>
                  <a:prstClr val="black">
                    <a:lumMod val="75000"/>
                    <a:lumOff val="25000"/>
                  </a:prstClr>
                </a:solidFill>
                <a:ea typeface="ＭＳ Ｐゴシック" pitchFamily="34" charset="-128"/>
              </a:rPr>
              <a:t>Order #3</a:t>
            </a:r>
          </a:p>
        </p:txBody>
      </p:sp>
      <p:sp>
        <p:nvSpPr>
          <p:cNvPr id="12" name="Oval 11"/>
          <p:cNvSpPr/>
          <p:nvPr/>
        </p:nvSpPr>
        <p:spPr>
          <a:xfrm>
            <a:off x="563147" y="3018678"/>
            <a:ext cx="172649" cy="16625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AU" sz="2200">
              <a:solidFill>
                <a:prstClr val="white"/>
              </a:solidFill>
            </a:endParaRPr>
          </a:p>
        </p:txBody>
      </p:sp>
      <p:sp>
        <p:nvSpPr>
          <p:cNvPr id="21" name="Oval 20"/>
          <p:cNvSpPr/>
          <p:nvPr/>
        </p:nvSpPr>
        <p:spPr>
          <a:xfrm>
            <a:off x="563147" y="3020055"/>
            <a:ext cx="172649" cy="166254"/>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eaLnBrk="0" fontAlgn="base" hangingPunct="0">
              <a:spcBef>
                <a:spcPct val="0"/>
              </a:spcBef>
              <a:spcAft>
                <a:spcPct val="0"/>
              </a:spcAft>
            </a:pPr>
            <a:endParaRPr lang="en-AU" sz="2200">
              <a:solidFill>
                <a:prstClr val="white"/>
              </a:solidFill>
            </a:endParaRPr>
          </a:p>
        </p:txBody>
      </p:sp>
      <p:sp>
        <p:nvSpPr>
          <p:cNvPr id="22" name="Oval 21"/>
          <p:cNvSpPr/>
          <p:nvPr/>
        </p:nvSpPr>
        <p:spPr>
          <a:xfrm>
            <a:off x="565526" y="3017299"/>
            <a:ext cx="172649" cy="16625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eaLnBrk="0" fontAlgn="base" hangingPunct="0">
              <a:spcBef>
                <a:spcPct val="0"/>
              </a:spcBef>
              <a:spcAft>
                <a:spcPct val="0"/>
              </a:spcAft>
            </a:pPr>
            <a:endParaRPr lang="en-AU" sz="2200">
              <a:solidFill>
                <a:prstClr val="white"/>
              </a:solidFill>
            </a:endParaRPr>
          </a:p>
        </p:txBody>
      </p:sp>
    </p:spTree>
    <p:extLst>
      <p:ext uri="{BB962C8B-B14F-4D97-AF65-F5344CB8AC3E}">
        <p14:creationId xmlns:p14="http://schemas.microsoft.com/office/powerpoint/2010/main" val="36444352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5" nodeType="click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p:cTn id="15" dur="500" fill="hold"/>
                                        <p:tgtEl>
                                          <p:spTgt spid="12"/>
                                        </p:tgtEl>
                                        <p:attrNameLst>
                                          <p:attrName>ppt_w</p:attrName>
                                        </p:attrNameLst>
                                      </p:cBhvr>
                                      <p:tavLst>
                                        <p:tav tm="0">
                                          <p:val>
                                            <p:fltVal val="0"/>
                                          </p:val>
                                        </p:tav>
                                        <p:tav tm="100000">
                                          <p:val>
                                            <p:strVal val="#ppt_w"/>
                                          </p:val>
                                        </p:tav>
                                      </p:tavLst>
                                    </p:anim>
                                    <p:anim calcmode="lin" valueType="num">
                                      <p:cBhvr>
                                        <p:cTn id="16" dur="500" fill="hold"/>
                                        <p:tgtEl>
                                          <p:spTgt spid="12"/>
                                        </p:tgtEl>
                                        <p:attrNameLst>
                                          <p:attrName>ppt_h</p:attrName>
                                        </p:attrNameLst>
                                      </p:cBhvr>
                                      <p:tavLst>
                                        <p:tav tm="0">
                                          <p:val>
                                            <p:fltVal val="0"/>
                                          </p:val>
                                        </p:tav>
                                        <p:tav tm="100000">
                                          <p:val>
                                            <p:strVal val="#ppt_h"/>
                                          </p:val>
                                        </p:tav>
                                      </p:tavLst>
                                    </p:anim>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63" presetClass="path" presetSubtype="0" accel="50000" decel="50000" fill="hold" grpId="8" nodeType="clickEffect">
                                  <p:stCondLst>
                                    <p:cond delay="0"/>
                                  </p:stCondLst>
                                  <p:childTnLst>
                                    <p:animMotion origin="layout" path="M 3.05556E-6 -4.81481E-6 L 0.03993 0.00024 " pathEditMode="relative" rAng="0" ptsTypes="AA">
                                      <p:cBhvr>
                                        <p:cTn id="21" dur="1000" fill="hold"/>
                                        <p:tgtEl>
                                          <p:spTgt spid="12"/>
                                        </p:tgtEl>
                                        <p:attrNameLst>
                                          <p:attrName>ppt_x</p:attrName>
                                          <p:attrName>ppt_y</p:attrName>
                                        </p:attrNameLst>
                                      </p:cBhvr>
                                      <p:rCtr x="1997" y="0"/>
                                    </p:animMotion>
                                  </p:childTnLst>
                                </p:cTn>
                              </p:par>
                            </p:childTnLst>
                          </p:cTn>
                        </p:par>
                      </p:childTnLst>
                    </p:cTn>
                  </p:par>
                  <p:par>
                    <p:cTn id="22" fill="hold">
                      <p:stCondLst>
                        <p:cond delay="indefinite"/>
                      </p:stCondLst>
                      <p:childTnLst>
                        <p:par>
                          <p:cTn id="23" fill="hold">
                            <p:stCondLst>
                              <p:cond delay="0"/>
                            </p:stCondLst>
                            <p:childTnLst>
                              <p:par>
                                <p:cTn id="24" presetID="42" presetClass="path" presetSubtype="0" accel="50000" decel="50000" fill="hold" grpId="0" nodeType="clickEffect">
                                  <p:stCondLst>
                                    <p:cond delay="0"/>
                                  </p:stCondLst>
                                  <p:childTnLst>
                                    <p:animMotion origin="layout" path="M 0.03993 0.00024 L 0.1118 -0.00023 " pathEditMode="relative" rAng="0" ptsTypes="AA">
                                      <p:cBhvr>
                                        <p:cTn id="25" dur="2000" fill="hold"/>
                                        <p:tgtEl>
                                          <p:spTgt spid="12"/>
                                        </p:tgtEl>
                                        <p:attrNameLst>
                                          <p:attrName>ppt_x</p:attrName>
                                          <p:attrName>ppt_y</p:attrName>
                                        </p:attrNameLst>
                                      </p:cBhvr>
                                      <p:rCtr x="3750" y="46"/>
                                    </p:animMotion>
                                  </p:childTnLst>
                                </p:cTn>
                              </p:par>
                            </p:childTnLst>
                          </p:cTn>
                        </p:par>
                      </p:childTnLst>
                    </p:cTn>
                  </p:par>
                  <p:par>
                    <p:cTn id="26" fill="hold">
                      <p:stCondLst>
                        <p:cond delay="indefinite"/>
                      </p:stCondLst>
                      <p:childTnLst>
                        <p:par>
                          <p:cTn id="27" fill="hold">
                            <p:stCondLst>
                              <p:cond delay="0"/>
                            </p:stCondLst>
                            <p:childTnLst>
                              <p:par>
                                <p:cTn id="28" presetID="42" presetClass="path" presetSubtype="0" accel="50000" decel="50000" fill="hold" grpId="1" nodeType="clickEffect">
                                  <p:stCondLst>
                                    <p:cond delay="0"/>
                                  </p:stCondLst>
                                  <p:childTnLst>
                                    <p:animMotion origin="layout" path="M 0.1118 -0.00023 L 0.18316 -0.00277 " pathEditMode="relative" rAng="0" ptsTypes="AA">
                                      <p:cBhvr>
                                        <p:cTn id="29" dur="2000" fill="hold"/>
                                        <p:tgtEl>
                                          <p:spTgt spid="12"/>
                                        </p:tgtEl>
                                        <p:attrNameLst>
                                          <p:attrName>ppt_x</p:attrName>
                                          <p:attrName>ppt_y</p:attrName>
                                        </p:attrNameLst>
                                      </p:cBhvr>
                                      <p:rCtr x="3455" y="-69"/>
                                    </p:animMotion>
                                  </p:childTnLst>
                                </p:cTn>
                              </p:par>
                            </p:childTnLst>
                          </p:cTn>
                        </p:par>
                      </p:childTnLst>
                    </p:cTn>
                  </p:par>
                  <p:par>
                    <p:cTn id="30" fill="hold">
                      <p:stCondLst>
                        <p:cond delay="indefinite"/>
                      </p:stCondLst>
                      <p:childTnLst>
                        <p:par>
                          <p:cTn id="31" fill="hold">
                            <p:stCondLst>
                              <p:cond delay="0"/>
                            </p:stCondLst>
                            <p:childTnLst>
                              <p:par>
                                <p:cTn id="32" presetID="50" presetClass="path" presetSubtype="0" accel="50000" fill="hold" grpId="2" nodeType="clickEffect">
                                  <p:stCondLst>
                                    <p:cond delay="0"/>
                                  </p:stCondLst>
                                  <p:childTnLst>
                                    <p:animMotion origin="layout" path="M 0.18316 -0.00277 L 0.20486 -0.00277 C 0.21475 -0.00277 0.22691 0.02825 0.22691 0.05394 L 0.22691 0.11135 " pathEditMode="relative" rAng="0" ptsTypes="AAAA">
                                      <p:cBhvr>
                                        <p:cTn id="33" dur="2000" fill="hold"/>
                                        <p:tgtEl>
                                          <p:spTgt spid="12"/>
                                        </p:tgtEl>
                                        <p:attrNameLst>
                                          <p:attrName>ppt_x</p:attrName>
                                          <p:attrName>ppt_y</p:attrName>
                                        </p:attrNameLst>
                                      </p:cBhvr>
                                      <p:rCtr x="2187" y="5694"/>
                                    </p:animMotion>
                                  </p:childTnLst>
                                </p:cTn>
                              </p:par>
                            </p:childTnLst>
                          </p:cTn>
                        </p:par>
                        <p:par>
                          <p:cTn id="34" fill="hold">
                            <p:stCondLst>
                              <p:cond delay="2000"/>
                            </p:stCondLst>
                            <p:childTnLst>
                              <p:par>
                                <p:cTn id="35" presetID="63" presetClass="path" presetSubtype="0" decel="50000" fill="hold" grpId="3" nodeType="afterEffect">
                                  <p:stCondLst>
                                    <p:cond delay="0"/>
                                  </p:stCondLst>
                                  <p:childTnLst>
                                    <p:animMotion origin="layout" path="M 0.22691 0.11135 L 0.33021 0.10973 " pathEditMode="relative" rAng="0" ptsTypes="AA">
                                      <p:cBhvr>
                                        <p:cTn id="36" dur="2000" fill="hold"/>
                                        <p:tgtEl>
                                          <p:spTgt spid="12"/>
                                        </p:tgtEl>
                                        <p:attrNameLst>
                                          <p:attrName>ppt_x</p:attrName>
                                          <p:attrName>ppt_y</p:attrName>
                                        </p:attrNameLst>
                                      </p:cBhvr>
                                      <p:rCtr x="5156" y="-93"/>
                                    </p:animMotion>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left)">
                                      <p:cBhvr>
                                        <p:cTn id="44" dur="500"/>
                                        <p:tgtEl>
                                          <p:spTgt spid="15"/>
                                        </p:tgtEl>
                                      </p:cBhvr>
                                    </p:animEffect>
                                  </p:childTnLst>
                                </p:cTn>
                              </p:par>
                            </p:childTnLst>
                          </p:cTn>
                        </p:par>
                        <p:par>
                          <p:cTn id="45" fill="hold">
                            <p:stCondLst>
                              <p:cond delay="500"/>
                            </p:stCondLst>
                            <p:childTnLst>
                              <p:par>
                                <p:cTn id="46" presetID="53" presetClass="entr" presetSubtype="16" fill="hold" grpId="4" nodeType="afterEffect">
                                  <p:stCondLst>
                                    <p:cond delay="0"/>
                                  </p:stCondLst>
                                  <p:childTnLst>
                                    <p:set>
                                      <p:cBhvr>
                                        <p:cTn id="47" dur="1" fill="hold">
                                          <p:stCondLst>
                                            <p:cond delay="0"/>
                                          </p:stCondLst>
                                        </p:cTn>
                                        <p:tgtEl>
                                          <p:spTgt spid="21"/>
                                        </p:tgtEl>
                                        <p:attrNameLst>
                                          <p:attrName>style.visibility</p:attrName>
                                        </p:attrNameLst>
                                      </p:cBhvr>
                                      <p:to>
                                        <p:strVal val="visible"/>
                                      </p:to>
                                    </p:set>
                                    <p:anim calcmode="lin" valueType="num">
                                      <p:cBhvr>
                                        <p:cTn id="48" dur="500" fill="hold"/>
                                        <p:tgtEl>
                                          <p:spTgt spid="21"/>
                                        </p:tgtEl>
                                        <p:attrNameLst>
                                          <p:attrName>ppt_w</p:attrName>
                                        </p:attrNameLst>
                                      </p:cBhvr>
                                      <p:tavLst>
                                        <p:tav tm="0">
                                          <p:val>
                                            <p:fltVal val="0"/>
                                          </p:val>
                                        </p:tav>
                                        <p:tav tm="100000">
                                          <p:val>
                                            <p:strVal val="#ppt_w"/>
                                          </p:val>
                                        </p:tav>
                                      </p:tavLst>
                                    </p:anim>
                                    <p:anim calcmode="lin" valueType="num">
                                      <p:cBhvr>
                                        <p:cTn id="49" dur="500" fill="hold"/>
                                        <p:tgtEl>
                                          <p:spTgt spid="21"/>
                                        </p:tgtEl>
                                        <p:attrNameLst>
                                          <p:attrName>ppt_h</p:attrName>
                                        </p:attrNameLst>
                                      </p:cBhvr>
                                      <p:tavLst>
                                        <p:tav tm="0">
                                          <p:val>
                                            <p:fltVal val="0"/>
                                          </p:val>
                                        </p:tav>
                                        <p:tav tm="100000">
                                          <p:val>
                                            <p:strVal val="#ppt_h"/>
                                          </p:val>
                                        </p:tav>
                                      </p:tavLst>
                                    </p:anim>
                                    <p:animEffect transition="in" filter="fade">
                                      <p:cBhvr>
                                        <p:cTn id="50" dur="500"/>
                                        <p:tgtEl>
                                          <p:spTgt spid="21"/>
                                        </p:tgtEl>
                                      </p:cBhvr>
                                    </p:animEffect>
                                  </p:childTnLst>
                                </p:cTn>
                              </p:par>
                            </p:childTnLst>
                          </p:cTn>
                        </p:par>
                        <p:par>
                          <p:cTn id="51" fill="hold">
                            <p:stCondLst>
                              <p:cond delay="1000"/>
                            </p:stCondLst>
                            <p:childTnLst>
                              <p:par>
                                <p:cTn id="52" presetID="42" presetClass="path" presetSubtype="0" accel="50000" decel="50000" fill="hold" grpId="0" nodeType="afterEffect">
                                  <p:stCondLst>
                                    <p:cond delay="0"/>
                                  </p:stCondLst>
                                  <p:childTnLst>
                                    <p:animMotion origin="layout" path="M 3.05556E-6 -4.81481E-6 L 0.1118 -0.00023 " pathEditMode="relative" rAng="0" ptsTypes="AA">
                                      <p:cBhvr>
                                        <p:cTn id="53" dur="2000" fill="hold"/>
                                        <p:tgtEl>
                                          <p:spTgt spid="21"/>
                                        </p:tgtEl>
                                        <p:attrNameLst>
                                          <p:attrName>ppt_x</p:attrName>
                                          <p:attrName>ppt_y</p:attrName>
                                        </p:attrNameLst>
                                      </p:cBhvr>
                                      <p:rCtr x="5590" y="-23"/>
                                    </p:animMotion>
                                  </p:childTnLst>
                                </p:cTn>
                              </p:par>
                            </p:childTnLst>
                          </p:cTn>
                        </p:par>
                      </p:childTnLst>
                    </p:cTn>
                  </p:par>
                  <p:par>
                    <p:cTn id="54" fill="hold">
                      <p:stCondLst>
                        <p:cond delay="indefinite"/>
                      </p:stCondLst>
                      <p:childTnLst>
                        <p:par>
                          <p:cTn id="55" fill="hold">
                            <p:stCondLst>
                              <p:cond delay="0"/>
                            </p:stCondLst>
                            <p:childTnLst>
                              <p:par>
                                <p:cTn id="56" presetID="42" presetClass="path" presetSubtype="0" accel="50000" fill="hold" grpId="1" nodeType="clickEffect">
                                  <p:stCondLst>
                                    <p:cond delay="0"/>
                                  </p:stCondLst>
                                  <p:childTnLst>
                                    <p:animMotion origin="layout" path="M 0.1118 -0.00023 L 0.18437 0.00255 " pathEditMode="relative" rAng="0" ptsTypes="AA">
                                      <p:cBhvr>
                                        <p:cTn id="57" dur="1500" fill="hold"/>
                                        <p:tgtEl>
                                          <p:spTgt spid="21"/>
                                        </p:tgtEl>
                                        <p:attrNameLst>
                                          <p:attrName>ppt_x</p:attrName>
                                          <p:attrName>ppt_y</p:attrName>
                                        </p:attrNameLst>
                                      </p:cBhvr>
                                      <p:rCtr x="3628" y="139"/>
                                    </p:animMotion>
                                  </p:childTnLst>
                                </p:cTn>
                              </p:par>
                            </p:childTnLst>
                          </p:cTn>
                        </p:par>
                        <p:par>
                          <p:cTn id="58" fill="hold">
                            <p:stCondLst>
                              <p:cond delay="1500"/>
                            </p:stCondLst>
                            <p:childTnLst>
                              <p:par>
                                <p:cTn id="59" presetID="50" presetClass="path" presetSubtype="0" fill="hold" grpId="2" nodeType="afterEffect">
                                  <p:stCondLst>
                                    <p:cond delay="0"/>
                                  </p:stCondLst>
                                  <p:childTnLst>
                                    <p:animMotion origin="layout" path="M 0.18437 0.00232 L 0.20521 0.00232 C 0.21458 0.00232 0.22639 -0.028 0.22639 -0.05277 L 0.22639 -0.10763 " pathEditMode="relative" rAng="0" ptsTypes="AAAA">
                                      <p:cBhvr>
                                        <p:cTn id="60" dur="1500" fill="hold"/>
                                        <p:tgtEl>
                                          <p:spTgt spid="21"/>
                                        </p:tgtEl>
                                        <p:attrNameLst>
                                          <p:attrName>ppt_x</p:attrName>
                                          <p:attrName>ppt_y</p:attrName>
                                        </p:attrNameLst>
                                      </p:cBhvr>
                                      <p:rCtr x="2101" y="-5509"/>
                                    </p:animMotion>
                                  </p:childTnLst>
                                </p:cTn>
                              </p:par>
                            </p:childTnLst>
                          </p:cTn>
                        </p:par>
                        <p:par>
                          <p:cTn id="61" fill="hold">
                            <p:stCondLst>
                              <p:cond delay="3000"/>
                            </p:stCondLst>
                            <p:childTnLst>
                              <p:par>
                                <p:cTn id="62" presetID="63" presetClass="path" presetSubtype="0" decel="50000" fill="hold" grpId="3" nodeType="afterEffect">
                                  <p:stCondLst>
                                    <p:cond delay="0"/>
                                  </p:stCondLst>
                                  <p:childTnLst>
                                    <p:animMotion origin="layout" path="M 0.22691 -0.10879 L 0.33021 -0.11041 " pathEditMode="relative" rAng="0" ptsTypes="AA">
                                      <p:cBhvr>
                                        <p:cTn id="63" dur="2000" fill="hold"/>
                                        <p:tgtEl>
                                          <p:spTgt spid="21"/>
                                        </p:tgtEl>
                                        <p:attrNameLst>
                                          <p:attrName>ppt_x</p:attrName>
                                          <p:attrName>ppt_y</p:attrName>
                                        </p:attrNameLst>
                                      </p:cBhvr>
                                      <p:rCtr x="5156" y="-93"/>
                                    </p:animMotion>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fade">
                                      <p:cBhvr>
                                        <p:cTn id="68" dur="500"/>
                                        <p:tgtEl>
                                          <p:spTgt spid="14"/>
                                        </p:tgtEl>
                                      </p:cBhvr>
                                    </p:animEffect>
                                  </p:childTnLst>
                                </p:cTn>
                              </p:par>
                              <p:par>
                                <p:cTn id="69" presetID="22" presetClass="entr" presetSubtype="8" fill="hold" grpId="0" nodeType="with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wipe(left)">
                                      <p:cBhvr>
                                        <p:cTn id="71" dur="500"/>
                                        <p:tgtEl>
                                          <p:spTgt spid="16"/>
                                        </p:tgtEl>
                                      </p:cBhvr>
                                    </p:animEffect>
                                  </p:childTnLst>
                                </p:cTn>
                              </p:par>
                            </p:childTnLst>
                          </p:cTn>
                        </p:par>
                        <p:par>
                          <p:cTn id="72" fill="hold">
                            <p:stCondLst>
                              <p:cond delay="500"/>
                            </p:stCondLst>
                            <p:childTnLst>
                              <p:par>
                                <p:cTn id="73" presetID="53" presetClass="entr" presetSubtype="16" fill="hold" grpId="1" nodeType="afterEffect">
                                  <p:stCondLst>
                                    <p:cond delay="0"/>
                                  </p:stCondLst>
                                  <p:childTnLst>
                                    <p:set>
                                      <p:cBhvr>
                                        <p:cTn id="74" dur="1" fill="hold">
                                          <p:stCondLst>
                                            <p:cond delay="0"/>
                                          </p:stCondLst>
                                        </p:cTn>
                                        <p:tgtEl>
                                          <p:spTgt spid="22"/>
                                        </p:tgtEl>
                                        <p:attrNameLst>
                                          <p:attrName>style.visibility</p:attrName>
                                        </p:attrNameLst>
                                      </p:cBhvr>
                                      <p:to>
                                        <p:strVal val="visible"/>
                                      </p:to>
                                    </p:set>
                                    <p:anim calcmode="lin" valueType="num">
                                      <p:cBhvr>
                                        <p:cTn id="75" dur="500" fill="hold"/>
                                        <p:tgtEl>
                                          <p:spTgt spid="22"/>
                                        </p:tgtEl>
                                        <p:attrNameLst>
                                          <p:attrName>ppt_w</p:attrName>
                                        </p:attrNameLst>
                                      </p:cBhvr>
                                      <p:tavLst>
                                        <p:tav tm="0">
                                          <p:val>
                                            <p:fltVal val="0"/>
                                          </p:val>
                                        </p:tav>
                                        <p:tav tm="100000">
                                          <p:val>
                                            <p:strVal val="#ppt_w"/>
                                          </p:val>
                                        </p:tav>
                                      </p:tavLst>
                                    </p:anim>
                                    <p:anim calcmode="lin" valueType="num">
                                      <p:cBhvr>
                                        <p:cTn id="76" dur="500" fill="hold"/>
                                        <p:tgtEl>
                                          <p:spTgt spid="22"/>
                                        </p:tgtEl>
                                        <p:attrNameLst>
                                          <p:attrName>ppt_h</p:attrName>
                                        </p:attrNameLst>
                                      </p:cBhvr>
                                      <p:tavLst>
                                        <p:tav tm="0">
                                          <p:val>
                                            <p:fltVal val="0"/>
                                          </p:val>
                                        </p:tav>
                                        <p:tav tm="100000">
                                          <p:val>
                                            <p:strVal val="#ppt_h"/>
                                          </p:val>
                                        </p:tav>
                                      </p:tavLst>
                                    </p:anim>
                                    <p:animEffect transition="in" filter="fade">
                                      <p:cBhvr>
                                        <p:cTn id="77" dur="500"/>
                                        <p:tgtEl>
                                          <p:spTgt spid="22"/>
                                        </p:tgtEl>
                                      </p:cBhvr>
                                    </p:animEffect>
                                  </p:childTnLst>
                                </p:cTn>
                              </p:par>
                            </p:childTnLst>
                          </p:cTn>
                        </p:par>
                        <p:par>
                          <p:cTn id="78" fill="hold">
                            <p:stCondLst>
                              <p:cond delay="1000"/>
                            </p:stCondLst>
                            <p:childTnLst>
                              <p:par>
                                <p:cTn id="79" presetID="42" presetClass="path" presetSubtype="0" accel="50000" decel="50000" fill="hold" grpId="0" nodeType="afterEffect">
                                  <p:stCondLst>
                                    <p:cond delay="0"/>
                                  </p:stCondLst>
                                  <p:childTnLst>
                                    <p:animMotion origin="layout" path="M -5.55556E-7 -3.33333E-6 L 0.11181 -0.00023 " pathEditMode="relative" rAng="0" ptsTypes="AA">
                                      <p:cBhvr>
                                        <p:cTn id="80" dur="2000" fill="hold"/>
                                        <p:tgtEl>
                                          <p:spTgt spid="22"/>
                                        </p:tgtEl>
                                        <p:attrNameLst>
                                          <p:attrName>ppt_x</p:attrName>
                                          <p:attrName>ppt_y</p:attrName>
                                        </p:attrNameLst>
                                      </p:cBhvr>
                                      <p:rCtr x="5590" y="-23"/>
                                    </p:animMotion>
                                  </p:childTnLst>
                                </p:cTn>
                              </p:par>
                              <p:par>
                                <p:cTn id="81" presetID="63" presetClass="path" presetSubtype="0" accel="50000" decel="14286" fill="hold" grpId="4" nodeType="withEffect">
                                  <p:stCondLst>
                                    <p:cond delay="750"/>
                                  </p:stCondLst>
                                  <p:childTnLst>
                                    <p:animMotion origin="layout" path="M 0.33021 0.10973 L 0.54375 0.10695 " pathEditMode="relative" rAng="0" ptsTypes="AA">
                                      <p:cBhvr>
                                        <p:cTn id="82" dur="3500" fill="hold"/>
                                        <p:tgtEl>
                                          <p:spTgt spid="12"/>
                                        </p:tgtEl>
                                        <p:attrNameLst>
                                          <p:attrName>ppt_x</p:attrName>
                                          <p:attrName>ppt_y</p:attrName>
                                        </p:attrNameLst>
                                      </p:cBhvr>
                                      <p:rCtr x="10677" y="-139"/>
                                    </p:animMotion>
                                  </p:childTnLst>
                                </p:cTn>
                              </p:par>
                              <p:par>
                                <p:cTn id="83" presetID="63" presetClass="path" presetSubtype="0" accel="50000" decel="50000" fill="hold" grpId="5" nodeType="withEffect">
                                  <p:stCondLst>
                                    <p:cond delay="2500"/>
                                  </p:stCondLst>
                                  <p:childTnLst>
                                    <p:animMotion origin="layout" path="M 0.33021 -0.11041 L 0.4408 -0.10995 " pathEditMode="relative" rAng="0" ptsTypes="AA">
                                      <p:cBhvr>
                                        <p:cTn id="84" dur="2000" fill="hold"/>
                                        <p:tgtEl>
                                          <p:spTgt spid="21"/>
                                        </p:tgtEl>
                                        <p:attrNameLst>
                                          <p:attrName>ppt_x</p:attrName>
                                          <p:attrName>ppt_y</p:attrName>
                                        </p:attrNameLst>
                                      </p:cBhvr>
                                      <p:rCtr x="5521" y="23"/>
                                    </p:animMotion>
                                  </p:childTnLst>
                                </p:cTn>
                              </p:par>
                            </p:childTnLst>
                          </p:cTn>
                        </p:par>
                        <p:par>
                          <p:cTn id="85" fill="hold">
                            <p:stCondLst>
                              <p:cond delay="5500"/>
                            </p:stCondLst>
                            <p:childTnLst>
                              <p:par>
                                <p:cTn id="86" presetID="53" presetClass="exit" presetSubtype="32" fill="hold" grpId="6" nodeType="afterEffect">
                                  <p:stCondLst>
                                    <p:cond delay="0"/>
                                  </p:stCondLst>
                                  <p:childTnLst>
                                    <p:anim calcmode="lin" valueType="num">
                                      <p:cBhvr>
                                        <p:cTn id="87" dur="500"/>
                                        <p:tgtEl>
                                          <p:spTgt spid="21"/>
                                        </p:tgtEl>
                                        <p:attrNameLst>
                                          <p:attrName>ppt_w</p:attrName>
                                        </p:attrNameLst>
                                      </p:cBhvr>
                                      <p:tavLst>
                                        <p:tav tm="0">
                                          <p:val>
                                            <p:strVal val="ppt_w"/>
                                          </p:val>
                                        </p:tav>
                                        <p:tav tm="100000">
                                          <p:val>
                                            <p:fltVal val="0"/>
                                          </p:val>
                                        </p:tav>
                                      </p:tavLst>
                                    </p:anim>
                                    <p:anim calcmode="lin" valueType="num">
                                      <p:cBhvr>
                                        <p:cTn id="88" dur="500"/>
                                        <p:tgtEl>
                                          <p:spTgt spid="21"/>
                                        </p:tgtEl>
                                        <p:attrNameLst>
                                          <p:attrName>ppt_h</p:attrName>
                                        </p:attrNameLst>
                                      </p:cBhvr>
                                      <p:tavLst>
                                        <p:tav tm="0">
                                          <p:val>
                                            <p:strVal val="ppt_h"/>
                                          </p:val>
                                        </p:tav>
                                        <p:tav tm="100000">
                                          <p:val>
                                            <p:fltVal val="0"/>
                                          </p:val>
                                        </p:tav>
                                      </p:tavLst>
                                    </p:anim>
                                    <p:animEffect transition="out" filter="fade">
                                      <p:cBhvr>
                                        <p:cTn id="89" dur="500"/>
                                        <p:tgtEl>
                                          <p:spTgt spid="21"/>
                                        </p:tgtEl>
                                      </p:cBhvr>
                                    </p:animEffect>
                                    <p:set>
                                      <p:cBhvr>
                                        <p:cTn id="90" dur="1" fill="hold">
                                          <p:stCondLst>
                                            <p:cond delay="499"/>
                                          </p:stCondLst>
                                        </p:cTn>
                                        <p:tgtEl>
                                          <p:spTgt spid="21"/>
                                        </p:tgtEl>
                                        <p:attrNameLst>
                                          <p:attrName>style.visibility</p:attrName>
                                        </p:attrNameLst>
                                      </p:cBhvr>
                                      <p:to>
                                        <p:strVal val="hidden"/>
                                      </p:to>
                                    </p:set>
                                  </p:childTnLst>
                                </p:cTn>
                              </p:par>
                              <p:par>
                                <p:cTn id="91" presetID="63" presetClass="path" presetSubtype="0" accel="12500" decel="50000" fill="hold" grpId="6" nodeType="withEffect">
                                  <p:stCondLst>
                                    <p:cond delay="0"/>
                                  </p:stCondLst>
                                  <p:childTnLst>
                                    <p:animMotion origin="layout" path="M 0.54375 0.10695 L 0.85468 0.10718 " pathEditMode="relative" rAng="0" ptsTypes="AA">
                                      <p:cBhvr>
                                        <p:cTn id="92" dur="4000" fill="hold"/>
                                        <p:tgtEl>
                                          <p:spTgt spid="12"/>
                                        </p:tgtEl>
                                        <p:attrNameLst>
                                          <p:attrName>ppt_x</p:attrName>
                                          <p:attrName>ppt_y</p:attrName>
                                        </p:attrNameLst>
                                      </p:cBhvr>
                                      <p:rCtr x="15538" y="0"/>
                                    </p:animMotion>
                                  </p:childTnLst>
                                </p:cTn>
                              </p:par>
                            </p:childTnLst>
                          </p:cTn>
                        </p:par>
                        <p:par>
                          <p:cTn id="93" fill="hold">
                            <p:stCondLst>
                              <p:cond delay="9500"/>
                            </p:stCondLst>
                            <p:childTnLst>
                              <p:par>
                                <p:cTn id="94" presetID="53" presetClass="exit" presetSubtype="32" fill="hold" grpId="7" nodeType="afterEffect">
                                  <p:stCondLst>
                                    <p:cond delay="500"/>
                                  </p:stCondLst>
                                  <p:childTnLst>
                                    <p:anim calcmode="lin" valueType="num">
                                      <p:cBhvr>
                                        <p:cTn id="95" dur="500"/>
                                        <p:tgtEl>
                                          <p:spTgt spid="12"/>
                                        </p:tgtEl>
                                        <p:attrNameLst>
                                          <p:attrName>ppt_w</p:attrName>
                                        </p:attrNameLst>
                                      </p:cBhvr>
                                      <p:tavLst>
                                        <p:tav tm="0">
                                          <p:val>
                                            <p:strVal val="ppt_w"/>
                                          </p:val>
                                        </p:tav>
                                        <p:tav tm="100000">
                                          <p:val>
                                            <p:fltVal val="0"/>
                                          </p:val>
                                        </p:tav>
                                      </p:tavLst>
                                    </p:anim>
                                    <p:anim calcmode="lin" valueType="num">
                                      <p:cBhvr>
                                        <p:cTn id="96" dur="500"/>
                                        <p:tgtEl>
                                          <p:spTgt spid="12"/>
                                        </p:tgtEl>
                                        <p:attrNameLst>
                                          <p:attrName>ppt_h</p:attrName>
                                        </p:attrNameLst>
                                      </p:cBhvr>
                                      <p:tavLst>
                                        <p:tav tm="0">
                                          <p:val>
                                            <p:strVal val="ppt_h"/>
                                          </p:val>
                                        </p:tav>
                                        <p:tav tm="100000">
                                          <p:val>
                                            <p:fltVal val="0"/>
                                          </p:val>
                                        </p:tav>
                                      </p:tavLst>
                                    </p:anim>
                                    <p:animEffect transition="out" filter="fade">
                                      <p:cBhvr>
                                        <p:cTn id="97" dur="500"/>
                                        <p:tgtEl>
                                          <p:spTgt spid="12"/>
                                        </p:tgtEl>
                                      </p:cBhvr>
                                    </p:animEffect>
                                    <p:set>
                                      <p:cBhvr>
                                        <p:cTn id="98"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3" grpId="0" animBg="1"/>
      <p:bldP spid="14" grpId="0" animBg="1"/>
      <p:bldP spid="4" grpId="0"/>
      <p:bldP spid="15" grpId="0"/>
      <p:bldP spid="16" grpId="0"/>
      <p:bldP spid="12" grpId="0" animBg="1"/>
      <p:bldP spid="12" grpId="1" animBg="1"/>
      <p:bldP spid="12" grpId="2" animBg="1"/>
      <p:bldP spid="12" grpId="3" animBg="1"/>
      <p:bldP spid="12" grpId="4" animBg="1"/>
      <p:bldP spid="12" grpId="5" animBg="1"/>
      <p:bldP spid="12" grpId="6" animBg="1"/>
      <p:bldP spid="12" grpId="7" animBg="1"/>
      <p:bldP spid="12" grpId="8" animBg="1"/>
      <p:bldP spid="21" grpId="0" animBg="1"/>
      <p:bldP spid="21" grpId="1" animBg="1"/>
      <p:bldP spid="21" grpId="2" animBg="1"/>
      <p:bldP spid="21" grpId="3" animBg="1"/>
      <p:bldP spid="21" grpId="4" animBg="1"/>
      <p:bldP spid="21" grpId="5" animBg="1"/>
      <p:bldP spid="21" grpId="6" animBg="1"/>
      <p:bldP spid="22" grpId="0" animBg="1"/>
      <p:bldP spid="22" grpId="1"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1235" name="Rectangle 3"/>
          <p:cNvSpPr>
            <a:spLocks noGrp="1" noChangeArrowheads="1"/>
          </p:cNvSpPr>
          <p:nvPr>
            <p:ph idx="1"/>
          </p:nvPr>
        </p:nvSpPr>
        <p:spPr>
          <a:xfrm>
            <a:off x="467544" y="1351464"/>
            <a:ext cx="8136904" cy="4824536"/>
          </a:xfrm>
        </p:spPr>
        <p:txBody>
          <a:bodyPr/>
          <a:lstStyle/>
          <a:p>
            <a:pPr marL="0" indent="0">
              <a:buFontTx/>
              <a:buNone/>
              <a:tabLst>
                <a:tab pos="622300" algn="l"/>
              </a:tabLst>
            </a:pPr>
            <a:r>
              <a:rPr lang="en-AU" dirty="0"/>
              <a:t>A </a:t>
            </a:r>
            <a:r>
              <a:rPr lang="en-AU" i="1" dirty="0"/>
              <a:t>start event </a:t>
            </a:r>
            <a:r>
              <a:rPr lang="en-AU" dirty="0"/>
              <a:t>triggers a new process instance</a:t>
            </a:r>
            <a:br>
              <a:rPr lang="en-AU" dirty="0"/>
            </a:br>
            <a:r>
              <a:rPr lang="en-AU" dirty="0"/>
              <a:t>by generating a token that traverses the </a:t>
            </a:r>
            <a:br>
              <a:rPr lang="en-AU" dirty="0"/>
            </a:br>
            <a:r>
              <a:rPr lang="en-AU" dirty="0"/>
              <a:t>sequence flow (“tokens source”)</a:t>
            </a:r>
          </a:p>
          <a:p>
            <a:pPr marL="522288" lvl="1" indent="4763">
              <a:tabLst>
                <a:tab pos="622300" algn="l"/>
              </a:tabLst>
            </a:pPr>
            <a:endParaRPr lang="en-AU" dirty="0"/>
          </a:p>
          <a:p>
            <a:pPr marL="522288" lvl="1" indent="4763">
              <a:tabLst>
                <a:tab pos="622300" algn="l"/>
              </a:tabLst>
            </a:pPr>
            <a:endParaRPr lang="en-AU" dirty="0"/>
          </a:p>
          <a:p>
            <a:pPr marL="0" indent="0">
              <a:buFontTx/>
              <a:buNone/>
              <a:tabLst>
                <a:tab pos="622300" algn="l"/>
              </a:tabLst>
            </a:pPr>
            <a:r>
              <a:rPr lang="en-AU" dirty="0"/>
              <a:t>An </a:t>
            </a:r>
            <a:r>
              <a:rPr lang="en-AU" i="1" dirty="0"/>
              <a:t>end event </a:t>
            </a:r>
            <a:r>
              <a:rPr lang="en-AU" dirty="0"/>
              <a:t>signals that a process instance has</a:t>
            </a:r>
          </a:p>
          <a:p>
            <a:pPr marL="0" indent="0">
              <a:buFontTx/>
              <a:buNone/>
              <a:tabLst>
                <a:tab pos="622300" algn="l"/>
              </a:tabLst>
            </a:pPr>
            <a:r>
              <a:rPr lang="en-AU" dirty="0"/>
              <a:t>completed with a given outcome by consuming</a:t>
            </a:r>
          </a:p>
          <a:p>
            <a:pPr marL="0" indent="0">
              <a:buFontTx/>
              <a:buNone/>
              <a:tabLst>
                <a:tab pos="622300" algn="l"/>
              </a:tabLst>
            </a:pPr>
            <a:r>
              <a:rPr lang="en-AU" dirty="0"/>
              <a:t>a token (“tokens sink”)</a:t>
            </a:r>
          </a:p>
        </p:txBody>
      </p:sp>
      <p:sp>
        <p:nvSpPr>
          <p:cNvPr id="991234" name="Rectangle 2"/>
          <p:cNvSpPr>
            <a:spLocks noGrp="1" noChangeArrowheads="1"/>
          </p:cNvSpPr>
          <p:nvPr>
            <p:ph type="title"/>
          </p:nvPr>
        </p:nvSpPr>
        <p:spPr/>
        <p:txBody>
          <a:bodyPr/>
          <a:lstStyle/>
          <a:p>
            <a:r>
              <a:rPr lang="en-AU" dirty="0"/>
              <a:t>A little bit more on events…</a:t>
            </a:r>
          </a:p>
        </p:txBody>
      </p:sp>
      <p:graphicFrame>
        <p:nvGraphicFramePr>
          <p:cNvPr id="991242" name="Object 10"/>
          <p:cNvGraphicFramePr>
            <a:graphicFrameLocks noChangeAspect="1"/>
          </p:cNvGraphicFramePr>
          <p:nvPr/>
        </p:nvGraphicFramePr>
        <p:xfrm>
          <a:off x="6970138" y="1436407"/>
          <a:ext cx="661987" cy="661987"/>
        </p:xfrm>
        <a:graphic>
          <a:graphicData uri="http://schemas.openxmlformats.org/presentationml/2006/ole">
            <mc:AlternateContent xmlns:mc="http://schemas.openxmlformats.org/markup-compatibility/2006">
              <mc:Choice xmlns:v="urn:schemas-microsoft-com:vml" Requires="v">
                <p:oleObj name="Visio" r:id="rId3" imgW="397550" imgH="397550" progId="Visio.Drawing.11">
                  <p:embed/>
                </p:oleObj>
              </mc:Choice>
              <mc:Fallback>
                <p:oleObj name="Visio" r:id="rId3" imgW="397550" imgH="397550"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0138" y="1436407"/>
                        <a:ext cx="661987" cy="661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91243" name="Object 11"/>
          <p:cNvGraphicFramePr>
            <a:graphicFrameLocks noChangeAspect="1"/>
          </p:cNvGraphicFramePr>
          <p:nvPr/>
        </p:nvGraphicFramePr>
        <p:xfrm>
          <a:off x="6947732" y="3280633"/>
          <a:ext cx="714375" cy="714375"/>
        </p:xfrm>
        <a:graphic>
          <a:graphicData uri="http://schemas.openxmlformats.org/presentationml/2006/ole">
            <mc:AlternateContent xmlns:mc="http://schemas.openxmlformats.org/markup-compatibility/2006">
              <mc:Choice xmlns:v="urn:schemas-microsoft-com:vml" Requires="v">
                <p:oleObj name="Visio" r:id="rId5" imgW="428054" imgH="428387" progId="Visio.Drawing.11">
                  <p:embed/>
                </p:oleObj>
              </mc:Choice>
              <mc:Fallback>
                <p:oleObj name="Visio" r:id="rId5" imgW="428054" imgH="428387"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47732" y="3280633"/>
                        <a:ext cx="71437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34</a:t>
            </a:fld>
            <a:endParaRPr lang="en-AU">
              <a:solidFill>
                <a:prstClr val="black">
                  <a:lumMod val="50000"/>
                  <a:lumOff val="50000"/>
                </a:prstClr>
              </a:solidFill>
            </a:endParaRPr>
          </a:p>
        </p:txBody>
      </p:sp>
      <p:sp>
        <p:nvSpPr>
          <p:cNvPr id="9" name="Text Box 9"/>
          <p:cNvSpPr txBox="1">
            <a:spLocks noChangeArrowheads="1"/>
          </p:cNvSpPr>
          <p:nvPr/>
        </p:nvSpPr>
        <p:spPr bwMode="auto">
          <a:xfrm>
            <a:off x="7648940" y="1382679"/>
            <a:ext cx="875561" cy="769441"/>
          </a:xfrm>
          <a:prstGeom prst="rect">
            <a:avLst/>
          </a:prstGeom>
          <a:noFill/>
          <a:ln w="9525">
            <a:noFill/>
            <a:miter lim="800000"/>
            <a:headEnd/>
            <a:tailEnd/>
          </a:ln>
          <a:effectLst/>
        </p:spPr>
        <p:txBody>
          <a:bodyPr wrap="none">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start</a:t>
            </a:r>
          </a:p>
          <a:p>
            <a:pPr eaLnBrk="0" fontAlgn="base" hangingPunct="0">
              <a:spcBef>
                <a:spcPct val="0"/>
              </a:spcBef>
              <a:spcAft>
                <a:spcPct val="0"/>
              </a:spcAft>
            </a:pPr>
            <a:r>
              <a:rPr lang="en-AU" sz="2200" dirty="0">
                <a:solidFill>
                  <a:prstClr val="black"/>
                </a:solidFill>
                <a:latin typeface="Arial" charset="0"/>
                <a:ea typeface="ＭＳ Ｐゴシック" pitchFamily="34" charset="-128"/>
              </a:rPr>
              <a:t>event</a:t>
            </a:r>
          </a:p>
        </p:txBody>
      </p:sp>
      <p:sp>
        <p:nvSpPr>
          <p:cNvPr id="10" name="Text Box 9"/>
          <p:cNvSpPr txBox="1">
            <a:spLocks noChangeArrowheads="1"/>
          </p:cNvSpPr>
          <p:nvPr/>
        </p:nvSpPr>
        <p:spPr bwMode="auto">
          <a:xfrm>
            <a:off x="7662107" y="3225567"/>
            <a:ext cx="875561" cy="769441"/>
          </a:xfrm>
          <a:prstGeom prst="rect">
            <a:avLst/>
          </a:prstGeom>
          <a:noFill/>
          <a:ln w="9525">
            <a:noFill/>
            <a:miter lim="800000"/>
            <a:headEnd/>
            <a:tailEnd/>
          </a:ln>
          <a:effectLst/>
        </p:spPr>
        <p:txBody>
          <a:bodyPr wrap="none">
            <a:spAutoFit/>
          </a:bodyPr>
          <a:lstStyle/>
          <a:p>
            <a:pPr eaLnBrk="0" fontAlgn="base" hangingPunct="0">
              <a:spcBef>
                <a:spcPct val="0"/>
              </a:spcBef>
              <a:spcAft>
                <a:spcPct val="0"/>
              </a:spcAft>
            </a:pPr>
            <a:r>
              <a:rPr lang="en-AU" sz="2200" dirty="0">
                <a:solidFill>
                  <a:prstClr val="black"/>
                </a:solidFill>
                <a:latin typeface="Arial" charset="0"/>
                <a:ea typeface="ＭＳ Ｐゴシック" pitchFamily="34" charset="-128"/>
              </a:rPr>
              <a:t>end</a:t>
            </a:r>
          </a:p>
          <a:p>
            <a:pPr eaLnBrk="0" fontAlgn="base" hangingPunct="0">
              <a:spcBef>
                <a:spcPct val="0"/>
              </a:spcBef>
              <a:spcAft>
                <a:spcPct val="0"/>
              </a:spcAft>
            </a:pPr>
            <a:r>
              <a:rPr lang="en-AU" sz="2200" dirty="0">
                <a:solidFill>
                  <a:prstClr val="black"/>
                </a:solidFill>
                <a:latin typeface="Arial" charset="0"/>
                <a:ea typeface="ＭＳ Ｐゴシック" pitchFamily="34" charset="-128"/>
              </a:rPr>
              <a:t>event</a:t>
            </a:r>
          </a:p>
        </p:txBody>
      </p:sp>
    </p:spTree>
    <p:extLst>
      <p:ext uri="{BB962C8B-B14F-4D97-AF65-F5344CB8AC3E}">
        <p14:creationId xmlns:p14="http://schemas.microsoft.com/office/powerpoint/2010/main" val="9299958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213946" y="253720"/>
            <a:ext cx="7149763" cy="562708"/>
          </a:xfrm>
        </p:spPr>
        <p:txBody>
          <a:bodyPr/>
          <a:lstStyle/>
          <a:p>
            <a:r>
              <a:rPr lang="en-US" sz="2954" dirty="0">
                <a:ea typeface="ＭＳ Ｐゴシック" pitchFamily="34" charset="-128"/>
              </a:rPr>
              <a:t>BPMN Poster</a:t>
            </a:r>
          </a:p>
        </p:txBody>
      </p:sp>
      <p:pic>
        <p:nvPicPr>
          <p:cNvPr id="6" name="Picture 2"/>
          <p:cNvPicPr>
            <a:picLocks noChangeAspect="1" noChangeArrowheads="1"/>
          </p:cNvPicPr>
          <p:nvPr/>
        </p:nvPicPr>
        <p:blipFill>
          <a:blip r:embed="rId3"/>
          <a:srcRect l="15183" t="15139" r="13384"/>
          <a:stretch>
            <a:fillRect/>
          </a:stretch>
        </p:blipFill>
        <p:spPr bwMode="auto">
          <a:xfrm>
            <a:off x="440396" y="986945"/>
            <a:ext cx="7806355" cy="5578764"/>
          </a:xfrm>
          <a:prstGeom prst="rect">
            <a:avLst/>
          </a:prstGeom>
          <a:noFill/>
          <a:ln w="9525">
            <a:noFill/>
            <a:miter lim="800000"/>
            <a:headEnd/>
            <a:tailEnd/>
          </a:ln>
        </p:spPr>
      </p:pic>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35</a:t>
            </a:fld>
            <a:endParaRPr lang="en-AU">
              <a:solidFill>
                <a:prstClr val="black">
                  <a:lumMod val="50000"/>
                  <a:lumOff val="50000"/>
                </a:prstClr>
              </a:solidFill>
            </a:endParaRPr>
          </a:p>
        </p:txBody>
      </p:sp>
    </p:spTree>
    <p:extLst>
      <p:ext uri="{BB962C8B-B14F-4D97-AF65-F5344CB8AC3E}">
        <p14:creationId xmlns:p14="http://schemas.microsoft.com/office/powerpoint/2010/main" val="33920062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348417" y="312385"/>
            <a:ext cx="6705600" cy="562708"/>
          </a:xfrm>
        </p:spPr>
        <p:txBody>
          <a:bodyPr>
            <a:noAutofit/>
          </a:bodyPr>
          <a:lstStyle/>
          <a:p>
            <a:r>
              <a:rPr lang="en-US" dirty="0">
                <a:ea typeface="ＭＳ Ｐゴシック" pitchFamily="34" charset="-128"/>
              </a:rPr>
              <a:t>Readings for Week 2</a:t>
            </a:r>
          </a:p>
        </p:txBody>
      </p:sp>
      <p:sp>
        <p:nvSpPr>
          <p:cNvPr id="7" name="Rectangle 3"/>
          <p:cNvSpPr txBox="1">
            <a:spLocks noChangeArrowheads="1"/>
          </p:cNvSpPr>
          <p:nvPr/>
        </p:nvSpPr>
        <p:spPr bwMode="auto">
          <a:xfrm>
            <a:off x="390534" y="1386050"/>
            <a:ext cx="7946642" cy="4745809"/>
          </a:xfrm>
          <a:prstGeom prst="rect">
            <a:avLst/>
          </a:prstGeom>
          <a:noFill/>
          <a:ln w="9525">
            <a:noFill/>
            <a:miter lim="800000"/>
            <a:headEnd/>
            <a:tailEnd/>
          </a:ln>
        </p:spPr>
        <p:txBody>
          <a:bodyPr lIns="84992" tIns="42497" rIns="84992" bIns="42497"/>
          <a:lstStyle/>
          <a:p>
            <a:pPr marL="316531" indent="-316531" defTabSz="703402" eaLnBrk="0" fontAlgn="base" hangingPunct="0">
              <a:lnSpc>
                <a:spcPct val="90000"/>
              </a:lnSpc>
              <a:spcBef>
                <a:spcPct val="20000"/>
              </a:spcBef>
              <a:spcAft>
                <a:spcPct val="0"/>
              </a:spcAft>
              <a:buFontTx/>
              <a:buChar char="•"/>
              <a:defRPr/>
            </a:pPr>
            <a:r>
              <a:rPr lang="en-AU" sz="2400" dirty="0">
                <a:solidFill>
                  <a:prstClr val="black">
                    <a:lumMod val="75000"/>
                    <a:lumOff val="25000"/>
                  </a:prstClr>
                </a:solidFill>
                <a:ea typeface="ＭＳ Ｐゴシック" pitchFamily="34" charset="-128"/>
              </a:rPr>
              <a:t>Dumas M., La Rosa M., Mendling J., Reijers, H. (2013): </a:t>
            </a:r>
            <a:br>
              <a:rPr lang="en-AU" sz="2400" dirty="0">
                <a:solidFill>
                  <a:prstClr val="black">
                    <a:lumMod val="75000"/>
                    <a:lumOff val="25000"/>
                  </a:prstClr>
                </a:solidFill>
                <a:ea typeface="ＭＳ Ｐゴシック" pitchFamily="34" charset="-128"/>
              </a:rPr>
            </a:br>
            <a:r>
              <a:rPr lang="en-AU" sz="2400" dirty="0">
                <a:solidFill>
                  <a:prstClr val="black">
                    <a:lumMod val="75000"/>
                    <a:lumOff val="25000"/>
                  </a:prstClr>
                </a:solidFill>
                <a:ea typeface="ＭＳ Ｐゴシック" pitchFamily="34" charset="-128"/>
              </a:rPr>
              <a:t>Fundamentals of BPM. </a:t>
            </a:r>
            <a:r>
              <a:rPr lang="en-AU" sz="2400" b="1" dirty="0">
                <a:solidFill>
                  <a:prstClr val="black">
                    <a:lumMod val="75000"/>
                    <a:lumOff val="25000"/>
                  </a:prstClr>
                </a:solidFill>
                <a:ea typeface="ＭＳ Ｐゴシック" pitchFamily="34" charset="-128"/>
              </a:rPr>
              <a:t>Chapter 3 Section 3.1 (including box “A bit on </a:t>
            </a:r>
            <a:r>
              <a:rPr lang="en-AU" sz="2400" b="1" dirty="0" err="1">
                <a:solidFill>
                  <a:prstClr val="black">
                    <a:lumMod val="75000"/>
                    <a:lumOff val="25000"/>
                  </a:prstClr>
                </a:solidFill>
                <a:ea typeface="ＭＳ Ｐゴシック" pitchFamily="34" charset="-128"/>
              </a:rPr>
              <a:t>modeling</a:t>
            </a:r>
            <a:r>
              <a:rPr lang="en-AU" sz="2400" b="1" dirty="0">
                <a:solidFill>
                  <a:prstClr val="black">
                    <a:lumMod val="75000"/>
                    <a:lumOff val="25000"/>
                  </a:prstClr>
                </a:solidFill>
                <a:ea typeface="ＭＳ Ｐゴシック" pitchFamily="34" charset="-128"/>
              </a:rPr>
              <a:t> theory”)</a:t>
            </a:r>
          </a:p>
          <a:p>
            <a:pPr marL="316531" indent="-316531" defTabSz="703402" eaLnBrk="0" fontAlgn="base" hangingPunct="0">
              <a:lnSpc>
                <a:spcPct val="90000"/>
              </a:lnSpc>
              <a:spcBef>
                <a:spcPct val="20000"/>
              </a:spcBef>
              <a:spcAft>
                <a:spcPct val="0"/>
              </a:spcAft>
              <a:buFontTx/>
              <a:buChar char="•"/>
              <a:defRPr/>
            </a:pPr>
            <a:endParaRPr lang="en-AU" sz="2400" b="1" dirty="0">
              <a:solidFill>
                <a:prstClr val="black">
                  <a:lumMod val="75000"/>
                  <a:lumOff val="25000"/>
                </a:prstClr>
              </a:solidFill>
              <a:ea typeface="ＭＳ Ｐゴシック" pitchFamily="34" charset="-128"/>
            </a:endParaRPr>
          </a:p>
          <a:p>
            <a:pPr marL="316531" indent="-316531" defTabSz="703402" eaLnBrk="0" fontAlgn="base" hangingPunct="0">
              <a:lnSpc>
                <a:spcPct val="90000"/>
              </a:lnSpc>
              <a:spcBef>
                <a:spcPct val="20000"/>
              </a:spcBef>
              <a:spcAft>
                <a:spcPct val="0"/>
              </a:spcAft>
              <a:buFontTx/>
              <a:buChar char="•"/>
              <a:defRPr/>
            </a:pPr>
            <a:endParaRPr lang="en-AU" sz="2400" b="1" dirty="0">
              <a:solidFill>
                <a:prstClr val="black">
                  <a:lumMod val="75000"/>
                  <a:lumOff val="25000"/>
                </a:prstClr>
              </a:solidFill>
              <a:ea typeface="ＭＳ Ｐゴシック" pitchFamily="34" charset="-128"/>
            </a:endParaRPr>
          </a:p>
          <a:p>
            <a:pPr marL="316531" indent="-316531" defTabSz="703402" eaLnBrk="0" fontAlgn="base" hangingPunct="0">
              <a:lnSpc>
                <a:spcPct val="90000"/>
              </a:lnSpc>
              <a:spcBef>
                <a:spcPct val="20000"/>
              </a:spcBef>
              <a:spcAft>
                <a:spcPct val="0"/>
              </a:spcAft>
              <a:buFontTx/>
              <a:buChar char="•"/>
              <a:defRPr/>
            </a:pPr>
            <a:endParaRPr lang="en-AU" sz="2400" b="1" dirty="0">
              <a:solidFill>
                <a:prstClr val="black">
                  <a:lumMod val="75000"/>
                  <a:lumOff val="25000"/>
                </a:prstClr>
              </a:solidFill>
              <a:ea typeface="ＭＳ Ｐゴシック" pitchFamily="34" charset="-128"/>
            </a:endParaRPr>
          </a:p>
          <a:p>
            <a:pPr marL="316531" indent="-316531" defTabSz="703402" eaLnBrk="0" fontAlgn="base" hangingPunct="0">
              <a:lnSpc>
                <a:spcPct val="90000"/>
              </a:lnSpc>
              <a:spcBef>
                <a:spcPct val="20000"/>
              </a:spcBef>
              <a:spcAft>
                <a:spcPct val="0"/>
              </a:spcAft>
              <a:buFontTx/>
              <a:buChar char="•"/>
              <a:defRPr/>
            </a:pPr>
            <a:r>
              <a:rPr lang="en-AU" sz="2400" dirty="0">
                <a:solidFill>
                  <a:prstClr val="black">
                    <a:lumMod val="75000"/>
                    <a:lumOff val="25000"/>
                  </a:prstClr>
                </a:solidFill>
                <a:ea typeface="ＭＳ Ｐゴシック" pitchFamily="34" charset="-128"/>
              </a:rPr>
              <a:t>Recker J., Safrudin N., Rosemann M., How novices model business processes, Proceedings of BPM, Springer, 2010</a:t>
            </a:r>
          </a:p>
          <a:p>
            <a:pPr marL="316531" indent="-316531" defTabSz="703402" eaLnBrk="0" fontAlgn="base" hangingPunct="0">
              <a:lnSpc>
                <a:spcPct val="90000"/>
              </a:lnSpc>
              <a:spcBef>
                <a:spcPct val="20000"/>
              </a:spcBef>
              <a:spcAft>
                <a:spcPct val="0"/>
              </a:spcAft>
              <a:buFontTx/>
              <a:buChar char="•"/>
              <a:defRPr/>
            </a:pPr>
            <a:endParaRPr lang="en-AU" sz="2400" b="1" dirty="0">
              <a:solidFill>
                <a:prstClr val="black">
                  <a:lumMod val="75000"/>
                  <a:lumOff val="25000"/>
                </a:prstClr>
              </a:solidFill>
              <a:ea typeface="ＭＳ Ｐゴシック" pitchFamily="34" charset="-128"/>
            </a:endParaRPr>
          </a:p>
          <a:p>
            <a:pPr marL="316531" indent="-316531" defTabSz="703402" eaLnBrk="0" fontAlgn="base" hangingPunct="0">
              <a:lnSpc>
                <a:spcPct val="90000"/>
              </a:lnSpc>
              <a:spcBef>
                <a:spcPct val="20000"/>
              </a:spcBef>
              <a:spcAft>
                <a:spcPct val="0"/>
              </a:spcAft>
              <a:buFontTx/>
              <a:buChar char="•"/>
              <a:defRPr/>
            </a:pPr>
            <a:endParaRPr lang="en-AU" sz="2400" dirty="0">
              <a:solidFill>
                <a:prstClr val="black">
                  <a:lumMod val="75000"/>
                  <a:lumOff val="25000"/>
                </a:prstClr>
              </a:solidFill>
              <a:ea typeface="ＭＳ Ｐゴシック" pitchFamily="34" charset="-128"/>
            </a:endParaRPr>
          </a:p>
          <a:p>
            <a:pPr defTabSz="703402" eaLnBrk="0" fontAlgn="base" hangingPunct="0">
              <a:lnSpc>
                <a:spcPct val="90000"/>
              </a:lnSpc>
              <a:spcBef>
                <a:spcPct val="20000"/>
              </a:spcBef>
              <a:spcAft>
                <a:spcPct val="0"/>
              </a:spcAft>
              <a:defRPr/>
            </a:pPr>
            <a:endParaRPr lang="en-AU" sz="1846" dirty="0">
              <a:solidFill>
                <a:prstClr val="black"/>
              </a:solidFill>
              <a:ea typeface="ＭＳ Ｐゴシック" pitchFamily="34" charset="-128"/>
            </a:endParaRPr>
          </a:p>
          <a:p>
            <a:pPr marL="316531" indent="-316531" defTabSz="703402" eaLnBrk="0" fontAlgn="base" hangingPunct="0">
              <a:lnSpc>
                <a:spcPct val="90000"/>
              </a:lnSpc>
              <a:spcBef>
                <a:spcPct val="20000"/>
              </a:spcBef>
              <a:spcAft>
                <a:spcPct val="0"/>
              </a:spcAft>
              <a:buFontTx/>
              <a:buChar char="•"/>
              <a:defRPr/>
            </a:pPr>
            <a:endParaRPr lang="en-AU" sz="1846" dirty="0">
              <a:solidFill>
                <a:prstClr val="black"/>
              </a:solidFill>
              <a:ea typeface="ＭＳ Ｐゴシック" pitchFamily="34" charset="-128"/>
            </a:endParaRPr>
          </a:p>
          <a:p>
            <a:pPr marL="316531" indent="-316531" defTabSz="703402" eaLnBrk="0" fontAlgn="base" hangingPunct="0">
              <a:lnSpc>
                <a:spcPct val="90000"/>
              </a:lnSpc>
              <a:spcBef>
                <a:spcPct val="20000"/>
              </a:spcBef>
              <a:spcAft>
                <a:spcPct val="0"/>
              </a:spcAft>
              <a:buFontTx/>
              <a:buChar char="•"/>
              <a:defRPr/>
            </a:pPr>
            <a:endParaRPr lang="en-AU" sz="1846" dirty="0">
              <a:solidFill>
                <a:prstClr val="black"/>
              </a:solidFill>
              <a:ea typeface="ＭＳ Ｐゴシック" pitchFamily="34" charset="-128"/>
            </a:endParaRPr>
          </a:p>
        </p:txBody>
      </p:sp>
      <p:pic>
        <p:nvPicPr>
          <p:cNvPr id="5" name="Picture 3" descr="Books02-1712x1368"/>
          <p:cNvPicPr>
            <a:picLocks noChangeAspect="1" noChangeArrowheads="1"/>
          </p:cNvPicPr>
          <p:nvPr/>
        </p:nvPicPr>
        <p:blipFill>
          <a:blip r:embed="rId3" cstate="print"/>
          <a:srcRect/>
          <a:stretch>
            <a:fillRect/>
          </a:stretch>
        </p:blipFill>
        <p:spPr bwMode="auto">
          <a:xfrm>
            <a:off x="7410861" y="206966"/>
            <a:ext cx="1287181" cy="949560"/>
          </a:xfrm>
          <a:prstGeom prst="rect">
            <a:avLst/>
          </a:prstGeom>
          <a:noFill/>
          <a:ln w="9525">
            <a:noFill/>
            <a:miter lim="800000"/>
            <a:headEnd/>
            <a:tailEnd/>
          </a:ln>
        </p:spPr>
      </p:pic>
      <p:sp>
        <p:nvSpPr>
          <p:cNvPr id="2" name="Slide Number Placeholder 1"/>
          <p:cNvSpPr>
            <a:spLocks noGrp="1"/>
          </p:cNvSpPr>
          <p:nvPr>
            <p:ph type="sldNum" sz="quarter" idx="11"/>
          </p:nvPr>
        </p:nvSpPr>
        <p:spPr/>
        <p:txBody>
          <a:bodyPr/>
          <a:lstStyle/>
          <a:p>
            <a:fld id="{F06E539D-8AB8-485C-BFEF-50E8D5427D32}" type="slidenum">
              <a:rPr lang="en-AU" smtClean="0">
                <a:solidFill>
                  <a:prstClr val="black">
                    <a:lumMod val="50000"/>
                    <a:lumOff val="50000"/>
                  </a:prstClr>
                </a:solidFill>
              </a:rPr>
              <a:pPr/>
              <a:t>36</a:t>
            </a:fld>
            <a:endParaRPr lang="en-AU">
              <a:solidFill>
                <a:prstClr val="black">
                  <a:lumMod val="50000"/>
                  <a:lumOff val="50000"/>
                </a:prstClr>
              </a:solidFill>
            </a:endParaRPr>
          </a:p>
        </p:txBody>
      </p:sp>
      <p:sp>
        <p:nvSpPr>
          <p:cNvPr id="6" name="Rectangle 5"/>
          <p:cNvSpPr>
            <a:spLocks noChangeArrowheads="1"/>
          </p:cNvSpPr>
          <p:nvPr/>
        </p:nvSpPr>
        <p:spPr bwMode="auto">
          <a:xfrm>
            <a:off x="467544" y="958761"/>
            <a:ext cx="1243417" cy="430887"/>
          </a:xfrm>
          <a:prstGeom prst="rect">
            <a:avLst/>
          </a:prstGeom>
          <a:noFill/>
          <a:ln w="9525">
            <a:noFill/>
            <a:miter lim="800000"/>
            <a:headEnd/>
            <a:tailEnd/>
          </a:ln>
          <a:effectLst/>
        </p:spPr>
        <p:txBody>
          <a:bodyPr wrap="none">
            <a:spAutoFit/>
          </a:bodyPr>
          <a:lstStyle/>
          <a:p>
            <a:pPr eaLnBrk="0" fontAlgn="base" hangingPunct="0">
              <a:spcBef>
                <a:spcPct val="0"/>
              </a:spcBef>
              <a:spcAft>
                <a:spcPct val="0"/>
              </a:spcAft>
            </a:pPr>
            <a:r>
              <a:rPr lang="en-AU" sz="2200" b="1" dirty="0">
                <a:solidFill>
                  <a:prstClr val="black">
                    <a:lumMod val="75000"/>
                    <a:lumOff val="25000"/>
                  </a:prstClr>
                </a:solidFill>
                <a:ea typeface="ＭＳ Ｐゴシック" pitchFamily="34" charset="-128"/>
              </a:rPr>
              <a:t>Required</a:t>
            </a:r>
          </a:p>
        </p:txBody>
      </p:sp>
      <p:sp>
        <p:nvSpPr>
          <p:cNvPr id="8" name="Rectangle 5"/>
          <p:cNvSpPr>
            <a:spLocks noChangeArrowheads="1"/>
          </p:cNvSpPr>
          <p:nvPr/>
        </p:nvSpPr>
        <p:spPr bwMode="auto">
          <a:xfrm>
            <a:off x="467544" y="3030755"/>
            <a:ext cx="1947328" cy="430887"/>
          </a:xfrm>
          <a:prstGeom prst="rect">
            <a:avLst/>
          </a:prstGeom>
          <a:noFill/>
          <a:ln w="9525">
            <a:noFill/>
            <a:miter lim="800000"/>
            <a:headEnd/>
            <a:tailEnd/>
          </a:ln>
          <a:effectLst/>
        </p:spPr>
        <p:txBody>
          <a:bodyPr wrap="none">
            <a:spAutoFit/>
          </a:bodyPr>
          <a:lstStyle/>
          <a:p>
            <a:pPr eaLnBrk="0" fontAlgn="base" hangingPunct="0">
              <a:spcBef>
                <a:spcPct val="0"/>
              </a:spcBef>
              <a:spcAft>
                <a:spcPct val="0"/>
              </a:spcAft>
            </a:pPr>
            <a:r>
              <a:rPr lang="en-AU" sz="2200" b="1" dirty="0">
                <a:solidFill>
                  <a:prstClr val="black">
                    <a:lumMod val="75000"/>
                    <a:lumOff val="25000"/>
                  </a:prstClr>
                </a:solidFill>
                <a:ea typeface="ＭＳ Ｐゴシック" pitchFamily="34" charset="-128"/>
              </a:rPr>
              <a:t>Recommended</a:t>
            </a:r>
          </a:p>
        </p:txBody>
      </p:sp>
    </p:spTree>
    <p:extLst>
      <p:ext uri="{BB962C8B-B14F-4D97-AF65-F5344CB8AC3E}">
        <p14:creationId xmlns:p14="http://schemas.microsoft.com/office/powerpoint/2010/main" val="35721112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TAGGERGROUP" val="5"/>
</p:tagLst>
</file>

<file path=ppt/tags/tag2.xml><?xml version="1.0" encoding="utf-8"?>
<p:tagLst xmlns:a="http://schemas.openxmlformats.org/drawingml/2006/main" xmlns:r="http://schemas.openxmlformats.org/officeDocument/2006/relationships" xmlns:p="http://schemas.openxmlformats.org/presentationml/2006/main">
  <p:tag name="PPTAGGERGROUP" val="5"/>
</p:tagLst>
</file>

<file path=ppt/tags/tag3.xml><?xml version="1.0" encoding="utf-8"?>
<p:tagLst xmlns:a="http://schemas.openxmlformats.org/drawingml/2006/main" xmlns:r="http://schemas.openxmlformats.org/officeDocument/2006/relationships" xmlns:p="http://schemas.openxmlformats.org/presentationml/2006/main">
  <p:tag name="PPTAGGERGROUP" val="5"/>
</p:tagLst>
</file>

<file path=ppt/tags/tag4.xml><?xml version="1.0" encoding="utf-8"?>
<p:tagLst xmlns:a="http://schemas.openxmlformats.org/drawingml/2006/main" xmlns:r="http://schemas.openxmlformats.org/officeDocument/2006/relationships" xmlns:p="http://schemas.openxmlformats.org/presentationml/2006/main">
  <p:tag name="PPTAGGERGROUP" val="5"/>
</p:tagLst>
</file>

<file path=ppt/tags/tag5.xml><?xml version="1.0" encoding="utf-8"?>
<p:tagLst xmlns:a="http://schemas.openxmlformats.org/drawingml/2006/main" xmlns:r="http://schemas.openxmlformats.org/officeDocument/2006/relationships" xmlns:p="http://schemas.openxmlformats.org/presentationml/2006/main">
  <p:tag name="PPTAGGERGROUP" val="5"/>
</p:tagLst>
</file>

<file path=ppt/tags/tag6.xml><?xml version="1.0" encoding="utf-8"?>
<p:tagLst xmlns:a="http://schemas.openxmlformats.org/drawingml/2006/main" xmlns:r="http://schemas.openxmlformats.org/officeDocument/2006/relationships" xmlns:p="http://schemas.openxmlformats.org/presentationml/2006/main">
  <p:tag name="PPTAGGERGROUP" val="5"/>
</p:tagLst>
</file>

<file path=ppt/tags/tag7.xml><?xml version="1.0" encoding="utf-8"?>
<p:tagLst xmlns:a="http://schemas.openxmlformats.org/drawingml/2006/main" xmlns:r="http://schemas.openxmlformats.org/officeDocument/2006/relationships" xmlns:p="http://schemas.openxmlformats.org/presentationml/2006/main">
  <p:tag name="PPTAGGERGROUP" val="5"/>
</p:tagLst>
</file>

<file path=ppt/tags/tag8.xml><?xml version="1.0" encoding="utf-8"?>
<p:tagLst xmlns:a="http://schemas.openxmlformats.org/drawingml/2006/main" xmlns:r="http://schemas.openxmlformats.org/officeDocument/2006/relationships" xmlns:p="http://schemas.openxmlformats.org/presentationml/2006/main">
  <p:tag name="PPTAGGERGROUP" val="5"/>
</p:tagLst>
</file>

<file path=ppt/tags/tag9.xml><?xml version="1.0" encoding="utf-8"?>
<p:tagLst xmlns:a="http://schemas.openxmlformats.org/drawingml/2006/main" xmlns:r="http://schemas.openxmlformats.org/officeDocument/2006/relationships" xmlns:p="http://schemas.openxmlformats.org/presentationml/2006/main">
  <p:tag name="PPTAGGERGROUP" val="5"/>
</p:tagLst>
</file>

<file path=ppt/tags/tag10.xml><?xml version="1.0" encoding="utf-8"?>
<p:tagLst xmlns:a="http://schemas.openxmlformats.org/drawingml/2006/main" xmlns:r="http://schemas.openxmlformats.org/officeDocument/2006/relationships" xmlns:p="http://schemas.openxmlformats.org/presentationml/2006/main">
  <p:tag name="PPTAGGERGROUP" val="5"/>
</p:tagLst>
</file>

<file path=ppt/tags/tag11.xml><?xml version="1.0" encoding="utf-8"?>
<p:tagLst xmlns:a="http://schemas.openxmlformats.org/drawingml/2006/main" xmlns:r="http://schemas.openxmlformats.org/officeDocument/2006/relationships" xmlns:p="http://schemas.openxmlformats.org/presentationml/2006/main">
  <p:tag name="PPTAGGERGROUP" val="5"/>
</p:tagLst>
</file>

<file path=ppt/tags/tag12.xml><?xml version="1.0" encoding="utf-8"?>
<p:tagLst xmlns:a="http://schemas.openxmlformats.org/drawingml/2006/main" xmlns:r="http://schemas.openxmlformats.org/officeDocument/2006/relationships" xmlns:p="http://schemas.openxmlformats.org/presentationml/2006/main">
  <p:tag name="PPTAGGERGROUP" val="5"/>
</p:tagLst>
</file>

<file path=ppt/tags/tag13.xml><?xml version="1.0" encoding="utf-8"?>
<p:tagLst xmlns:a="http://schemas.openxmlformats.org/drawingml/2006/main" xmlns:r="http://schemas.openxmlformats.org/officeDocument/2006/relationships" xmlns:p="http://schemas.openxmlformats.org/presentationml/2006/main">
  <p:tag name="PPTAGGERGROUP" val="5"/>
</p:tagLst>
</file>

<file path=ppt/tags/tag14.xml><?xml version="1.0" encoding="utf-8"?>
<p:tagLst xmlns:a="http://schemas.openxmlformats.org/drawingml/2006/main" xmlns:r="http://schemas.openxmlformats.org/officeDocument/2006/relationships" xmlns:p="http://schemas.openxmlformats.org/presentationml/2006/main">
  <p:tag name="PPTAGGERGROUP" val="5"/>
</p:tagLst>
</file>

<file path=ppt/tags/tag15.xml><?xml version="1.0" encoding="utf-8"?>
<p:tagLst xmlns:a="http://schemas.openxmlformats.org/drawingml/2006/main" xmlns:r="http://schemas.openxmlformats.org/officeDocument/2006/relationships" xmlns:p="http://schemas.openxmlformats.org/presentationml/2006/main">
  <p:tag name="PPTAGGERGROUP" val="5"/>
</p:tagLst>
</file>

<file path=ppt/tags/tag16.xml><?xml version="1.0" encoding="utf-8"?>
<p:tagLst xmlns:a="http://schemas.openxmlformats.org/drawingml/2006/main" xmlns:r="http://schemas.openxmlformats.org/officeDocument/2006/relationships" xmlns:p="http://schemas.openxmlformats.org/presentationml/2006/main">
  <p:tag name="PPTAGGERGROUP" val="5"/>
</p:tagLst>
</file>

<file path=ppt/tags/tag17.xml><?xml version="1.0" encoding="utf-8"?>
<p:tagLst xmlns:a="http://schemas.openxmlformats.org/drawingml/2006/main" xmlns:r="http://schemas.openxmlformats.org/officeDocument/2006/relationships" xmlns:p="http://schemas.openxmlformats.org/presentationml/2006/main">
  <p:tag name="PPTAGGERGROUP" val="5"/>
</p:tagLst>
</file>

<file path=ppt/tags/tag18.xml><?xml version="1.0" encoding="utf-8"?>
<p:tagLst xmlns:a="http://schemas.openxmlformats.org/drawingml/2006/main" xmlns:r="http://schemas.openxmlformats.org/officeDocument/2006/relationships" xmlns:p="http://schemas.openxmlformats.org/presentationml/2006/main">
  <p:tag name="PPTAGGERGROUP" val="5"/>
</p:tagLst>
</file>

<file path=ppt/tags/tag19.xml><?xml version="1.0" encoding="utf-8"?>
<p:tagLst xmlns:a="http://schemas.openxmlformats.org/drawingml/2006/main" xmlns:r="http://schemas.openxmlformats.org/officeDocument/2006/relationships" xmlns:p="http://schemas.openxmlformats.org/presentationml/2006/main">
  <p:tag name="PPTAGGERGROUP" val="5"/>
</p:tagLst>
</file>

<file path=ppt/tags/tag20.xml><?xml version="1.0" encoding="utf-8"?>
<p:tagLst xmlns:a="http://schemas.openxmlformats.org/drawingml/2006/main" xmlns:r="http://schemas.openxmlformats.org/officeDocument/2006/relationships" xmlns:p="http://schemas.openxmlformats.org/presentationml/2006/main">
  <p:tag name="PPTAGGERGROUP" val="5"/>
</p:tagLst>
</file>

<file path=ppt/tags/tag21.xml><?xml version="1.0" encoding="utf-8"?>
<p:tagLst xmlns:a="http://schemas.openxmlformats.org/drawingml/2006/main" xmlns:r="http://schemas.openxmlformats.org/officeDocument/2006/relationships" xmlns:p="http://schemas.openxmlformats.org/presentationml/2006/main">
  <p:tag name="PPTAGGERGROUP" val="5"/>
</p:tagLst>
</file>

<file path=ppt/tags/tag22.xml><?xml version="1.0" encoding="utf-8"?>
<p:tagLst xmlns:a="http://schemas.openxmlformats.org/drawingml/2006/main" xmlns:r="http://schemas.openxmlformats.org/officeDocument/2006/relationships" xmlns:p="http://schemas.openxmlformats.org/presentationml/2006/main">
  <p:tag name="PPTAGGERGROUP" val="5"/>
</p:tagLst>
</file>

<file path=ppt/tags/tag23.xml><?xml version="1.0" encoding="utf-8"?>
<p:tagLst xmlns:a="http://schemas.openxmlformats.org/drawingml/2006/main" xmlns:r="http://schemas.openxmlformats.org/officeDocument/2006/relationships" xmlns:p="http://schemas.openxmlformats.org/presentationml/2006/main">
  <p:tag name="PPTAGGERGROUP" val="5"/>
</p:tagLst>
</file>

<file path=ppt/tags/tag24.xml><?xml version="1.0" encoding="utf-8"?>
<p:tagLst xmlns:a="http://schemas.openxmlformats.org/drawingml/2006/main" xmlns:r="http://schemas.openxmlformats.org/officeDocument/2006/relationships" xmlns:p="http://schemas.openxmlformats.org/presentationml/2006/main">
  <p:tag name="PPTAGGERGROUP" val="5"/>
</p:tagLst>
</file>

<file path=ppt/tags/tag25.xml><?xml version="1.0" encoding="utf-8"?>
<p:tagLst xmlns:a="http://schemas.openxmlformats.org/drawingml/2006/main" xmlns:r="http://schemas.openxmlformats.org/officeDocument/2006/relationships" xmlns:p="http://schemas.openxmlformats.org/presentationml/2006/main">
  <p:tag name="PPTAGGERGROUP" val="5"/>
</p:tagLst>
</file>

<file path=ppt/tags/tag26.xml><?xml version="1.0" encoding="utf-8"?>
<p:tagLst xmlns:a="http://schemas.openxmlformats.org/drawingml/2006/main" xmlns:r="http://schemas.openxmlformats.org/officeDocument/2006/relationships" xmlns:p="http://schemas.openxmlformats.org/presentationml/2006/main">
  <p:tag name="PPTAGGERGROUP" val="5"/>
</p:tagLst>
</file>

<file path=ppt/tags/tag27.xml><?xml version="1.0" encoding="utf-8"?>
<p:tagLst xmlns:a="http://schemas.openxmlformats.org/drawingml/2006/main" xmlns:r="http://schemas.openxmlformats.org/officeDocument/2006/relationships" xmlns:p="http://schemas.openxmlformats.org/presentationml/2006/main">
  <p:tag name="PPTAGGERGROUP" val="5"/>
</p:tagLst>
</file>

<file path=ppt/tags/tag28.xml><?xml version="1.0" encoding="utf-8"?>
<p:tagLst xmlns:a="http://schemas.openxmlformats.org/drawingml/2006/main" xmlns:r="http://schemas.openxmlformats.org/officeDocument/2006/relationships" xmlns:p="http://schemas.openxmlformats.org/presentationml/2006/main">
  <p:tag name="PPTAGGERGROUP" val="5"/>
</p:tagLst>
</file>

<file path=ppt/tags/tag29.xml><?xml version="1.0" encoding="utf-8"?>
<p:tagLst xmlns:a="http://schemas.openxmlformats.org/drawingml/2006/main" xmlns:r="http://schemas.openxmlformats.org/officeDocument/2006/relationships" xmlns:p="http://schemas.openxmlformats.org/presentationml/2006/main">
  <p:tag name="PPTAGGERGROUP" val="5"/>
</p:tagLst>
</file>

<file path=ppt/tags/tag30.xml><?xml version="1.0" encoding="utf-8"?>
<p:tagLst xmlns:a="http://schemas.openxmlformats.org/drawingml/2006/main" xmlns:r="http://schemas.openxmlformats.org/officeDocument/2006/relationships" xmlns:p="http://schemas.openxmlformats.org/presentationml/2006/main">
  <p:tag name="PPTAGGERGROUP" val="5"/>
</p:tagLst>
</file>

<file path=ppt/tags/tag31.xml><?xml version="1.0" encoding="utf-8"?>
<p:tagLst xmlns:a="http://schemas.openxmlformats.org/drawingml/2006/main" xmlns:r="http://schemas.openxmlformats.org/officeDocument/2006/relationships" xmlns:p="http://schemas.openxmlformats.org/presentationml/2006/main">
  <p:tag name="PPTAGGERGROUP" val="5"/>
</p:tagLst>
</file>

<file path=ppt/tags/tag32.xml><?xml version="1.0" encoding="utf-8"?>
<p:tagLst xmlns:a="http://schemas.openxmlformats.org/drawingml/2006/main" xmlns:r="http://schemas.openxmlformats.org/officeDocument/2006/relationships" xmlns:p="http://schemas.openxmlformats.org/presentationml/2006/main">
  <p:tag name="PPTAGGERGROUP" val="5"/>
</p:tagLst>
</file>

<file path=ppt/tags/tag33.xml><?xml version="1.0" encoding="utf-8"?>
<p:tagLst xmlns:a="http://schemas.openxmlformats.org/drawingml/2006/main" xmlns:r="http://schemas.openxmlformats.org/officeDocument/2006/relationships" xmlns:p="http://schemas.openxmlformats.org/presentationml/2006/main">
  <p:tag name="PPTAGGERGROUP" val="5"/>
</p:tagLst>
</file>

<file path=ppt/tags/tag34.xml><?xml version="1.0" encoding="utf-8"?>
<p:tagLst xmlns:a="http://schemas.openxmlformats.org/drawingml/2006/main" xmlns:r="http://schemas.openxmlformats.org/officeDocument/2006/relationships" xmlns:p="http://schemas.openxmlformats.org/presentationml/2006/main">
  <p:tag name="PPTAGGERGROUP" val="5"/>
</p:tagLst>
</file>

<file path=ppt/tags/tag35.xml><?xml version="1.0" encoding="utf-8"?>
<p:tagLst xmlns:a="http://schemas.openxmlformats.org/drawingml/2006/main" xmlns:r="http://schemas.openxmlformats.org/officeDocument/2006/relationships" xmlns:p="http://schemas.openxmlformats.org/presentationml/2006/main">
  <p:tag name="PPTAGGERGROUP" val="5"/>
</p:tagLst>
</file>

<file path=ppt/tags/tag36.xml><?xml version="1.0" encoding="utf-8"?>
<p:tagLst xmlns:a="http://schemas.openxmlformats.org/drawingml/2006/main" xmlns:r="http://schemas.openxmlformats.org/officeDocument/2006/relationships" xmlns:p="http://schemas.openxmlformats.org/presentationml/2006/main">
  <p:tag name="PPTAGGERGROUP" val="5"/>
</p:tagLst>
</file>

<file path=ppt/tags/tag37.xml><?xml version="1.0" encoding="utf-8"?>
<p:tagLst xmlns:a="http://schemas.openxmlformats.org/drawingml/2006/main" xmlns:r="http://schemas.openxmlformats.org/officeDocument/2006/relationships" xmlns:p="http://schemas.openxmlformats.org/presentationml/2006/main">
  <p:tag name="PPTAGGERGROUP" val="5"/>
</p:tagLst>
</file>

<file path=ppt/tags/tag38.xml><?xml version="1.0" encoding="utf-8"?>
<p:tagLst xmlns:a="http://schemas.openxmlformats.org/drawingml/2006/main" xmlns:r="http://schemas.openxmlformats.org/officeDocument/2006/relationships" xmlns:p="http://schemas.openxmlformats.org/presentationml/2006/main">
  <p:tag name="PPTAGGERGROUP" val="5"/>
</p:tagLst>
</file>

<file path=ppt/tags/tag39.xml><?xml version="1.0" encoding="utf-8"?>
<p:tagLst xmlns:a="http://schemas.openxmlformats.org/drawingml/2006/main" xmlns:r="http://schemas.openxmlformats.org/officeDocument/2006/relationships" xmlns:p="http://schemas.openxmlformats.org/presentationml/2006/main">
  <p:tag name="PPTAGGERGROUP" val="5"/>
</p:tagLst>
</file>

<file path=ppt/tags/tag40.xml><?xml version="1.0" encoding="utf-8"?>
<p:tagLst xmlns:a="http://schemas.openxmlformats.org/drawingml/2006/main" xmlns:r="http://schemas.openxmlformats.org/officeDocument/2006/relationships" xmlns:p="http://schemas.openxmlformats.org/presentationml/2006/main">
  <p:tag name="PPTAGGERGROUP" val="5"/>
</p:tagLst>
</file>

<file path=ppt/tags/tag41.xml><?xml version="1.0" encoding="utf-8"?>
<p:tagLst xmlns:a="http://schemas.openxmlformats.org/drawingml/2006/main" xmlns:r="http://schemas.openxmlformats.org/officeDocument/2006/relationships" xmlns:p="http://schemas.openxmlformats.org/presentationml/2006/main">
  <p:tag name="PPTAGGERGROUP" val="5"/>
</p:tagLst>
</file>

<file path=ppt/theme/theme1.xml><?xml version="1.0" encoding="utf-8"?>
<a:theme xmlns:a="http://schemas.openxmlformats.org/drawingml/2006/main" name="Composite">
  <a:themeElements>
    <a:clrScheme name="Composite">
      <a:dk1>
        <a:sysClr val="windowText" lastClr="000000"/>
      </a:dk1>
      <a:lt1>
        <a:sysClr val="window" lastClr="FFFFFF"/>
      </a:lt1>
      <a:dk2>
        <a:srgbClr val="5B6973"/>
      </a:dk2>
      <a:lt2>
        <a:srgbClr val="E7ECED"/>
      </a:lt2>
      <a:accent1>
        <a:srgbClr val="98C723"/>
      </a:accent1>
      <a:accent2>
        <a:srgbClr val="59B0B9"/>
      </a:accent2>
      <a:accent3>
        <a:srgbClr val="DEAE00"/>
      </a:accent3>
      <a:accent4>
        <a:srgbClr val="B77BB4"/>
      </a:accent4>
      <a:accent5>
        <a:srgbClr val="E0773C"/>
      </a:accent5>
      <a:accent6>
        <a:srgbClr val="A98D63"/>
      </a:accent6>
      <a:hlink>
        <a:srgbClr val="26CBEC"/>
      </a:hlink>
      <a:folHlink>
        <a:srgbClr val="598C8C"/>
      </a:folHlink>
    </a:clrScheme>
    <a:fontScheme name="Composite">
      <a:majorFont>
        <a:latin typeface="Calibri"/>
        <a:ea typeface=""/>
        <a:cs typeface=""/>
        <a:font script="Jpan" typeface="ＭＳ Ｐゴシック"/>
        <a:font script="Hang" typeface="맑은 고딕"/>
        <a:font script="Hans" typeface="宋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osite">
      <a:fillStyleLst>
        <a:solidFill>
          <a:schemeClr val="phClr"/>
        </a:solidFill>
        <a:gradFill rotWithShape="1">
          <a:gsLst>
            <a:gs pos="0">
              <a:schemeClr val="phClr">
                <a:tint val="50000"/>
                <a:shade val="95000"/>
                <a:satMod val="300000"/>
              </a:schemeClr>
            </a:gs>
            <a:gs pos="12000">
              <a:schemeClr val="phClr">
                <a:tint val="50000"/>
                <a:shade val="90000"/>
                <a:satMod val="250000"/>
              </a:schemeClr>
            </a:gs>
            <a:gs pos="100000">
              <a:schemeClr val="phClr">
                <a:tint val="85000"/>
                <a:shade val="75000"/>
                <a:satMod val="150000"/>
              </a:schemeClr>
            </a:gs>
          </a:gsLst>
          <a:lin ang="16200000" scaled="1"/>
        </a:gradFill>
        <a:gradFill rotWithShape="1">
          <a:gsLst>
            <a:gs pos="0">
              <a:schemeClr val="phClr">
                <a:tint val="75000"/>
                <a:shade val="95000"/>
                <a:satMod val="175000"/>
              </a:schemeClr>
            </a:gs>
            <a:gs pos="12000">
              <a:schemeClr val="phClr">
                <a:tint val="90000"/>
                <a:shade val="90000"/>
                <a:satMod val="150000"/>
              </a:schemeClr>
            </a:gs>
            <a:gs pos="100000">
              <a:schemeClr val="phClr">
                <a:tint val="100000"/>
                <a:shade val="75000"/>
                <a:satMod val="150000"/>
              </a:schemeClr>
            </a:gs>
          </a:gsLst>
          <a:lin ang="16200000" scaled="1"/>
        </a:gradFill>
      </a:fillStyleLst>
      <a:lnStyleLst>
        <a:ln w="9525" cap="flat" cmpd="sng" algn="ctr">
          <a:solidFill>
            <a:schemeClr val="phClr">
              <a:shade val="95000"/>
              <a:satMod val="105000"/>
            </a:scheme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scene3d>
            <a:camera prst="orthographicFront">
              <a:rot lat="0" lon="0" rev="0"/>
            </a:camera>
            <a:lightRig rig="freezing" dir="t">
              <a:rot lat="0" lon="0" rev="6000000"/>
            </a:lightRig>
          </a:scene3d>
          <a:sp3d contourW="12700" prstMaterial="dkEdge">
            <a:bevelT w="44450" h="25400"/>
            <a:contourClr>
              <a:schemeClr val="phClr">
                <a:shade val="30000"/>
              </a:schemeClr>
            </a:contourClr>
          </a:sp3d>
        </a:effectStyle>
      </a:effectStyleLst>
      <a:bgFillStyleLst>
        <a:solidFill>
          <a:schemeClr val="phClr"/>
        </a:solidFill>
        <a:gradFill rotWithShape="1">
          <a:gsLst>
            <a:gs pos="0">
              <a:schemeClr val="phClr">
                <a:tint val="100000"/>
                <a:shade val="80000"/>
                <a:satMod val="110000"/>
                <a:lumMod val="80000"/>
              </a:schemeClr>
            </a:gs>
            <a:gs pos="79000">
              <a:schemeClr val="phClr">
                <a:tint val="100000"/>
                <a:shade val="90000"/>
                <a:satMod val="105000"/>
                <a:lumMod val="100000"/>
              </a:schemeClr>
            </a:gs>
            <a:gs pos="100000">
              <a:schemeClr val="phClr">
                <a:tint val="95000"/>
                <a:shade val="100000"/>
                <a:satMod val="110000"/>
                <a:lumMod val="115000"/>
              </a:schemeClr>
            </a:gs>
          </a:gsLst>
          <a:lin ang="5400000" scaled="0"/>
        </a:gradFill>
        <a:gradFill rotWithShape="1">
          <a:gsLst>
            <a:gs pos="0">
              <a:schemeClr val="phClr">
                <a:tint val="90000"/>
                <a:shade val="100000"/>
                <a:satMod val="100000"/>
                <a:lumMod val="110000"/>
              </a:schemeClr>
            </a:gs>
            <a:gs pos="83000">
              <a:schemeClr val="phClr">
                <a:shade val="75000"/>
                <a:satMod val="200000"/>
              </a:schemeClr>
            </a:gs>
            <a:gs pos="100000">
              <a:schemeClr val="phClr">
                <a:shade val="90000"/>
                <a:satMod val="200000"/>
              </a:schemeClr>
            </a:gs>
          </a:gsLst>
          <a:path path="circle">
            <a:fillToRect l="75000" t="100000" b="300000"/>
          </a:path>
        </a:gradFill>
      </a:bgFillStyleLst>
    </a:fmtScheme>
  </a:themeElements>
  <a:objectDefaults/>
  <a:extraClrSchemeLst/>
</a:theme>
</file>

<file path=ppt/theme/theme2.xml><?xml version="1.0" encoding="utf-8"?>
<a:theme xmlns:a="http://schemas.openxmlformats.org/drawingml/2006/main" name="1_Composite">
  <a:themeElements>
    <a:clrScheme name="Composite">
      <a:dk1>
        <a:sysClr val="windowText" lastClr="000000"/>
      </a:dk1>
      <a:lt1>
        <a:sysClr val="window" lastClr="FFFFFF"/>
      </a:lt1>
      <a:dk2>
        <a:srgbClr val="5B6973"/>
      </a:dk2>
      <a:lt2>
        <a:srgbClr val="E7ECED"/>
      </a:lt2>
      <a:accent1>
        <a:srgbClr val="98C723"/>
      </a:accent1>
      <a:accent2>
        <a:srgbClr val="59B0B9"/>
      </a:accent2>
      <a:accent3>
        <a:srgbClr val="DEAE00"/>
      </a:accent3>
      <a:accent4>
        <a:srgbClr val="B77BB4"/>
      </a:accent4>
      <a:accent5>
        <a:srgbClr val="E0773C"/>
      </a:accent5>
      <a:accent6>
        <a:srgbClr val="A98D63"/>
      </a:accent6>
      <a:hlink>
        <a:srgbClr val="26CBEC"/>
      </a:hlink>
      <a:folHlink>
        <a:srgbClr val="598C8C"/>
      </a:folHlink>
    </a:clrScheme>
    <a:fontScheme name="Composite">
      <a:majorFont>
        <a:latin typeface="Calibri"/>
        <a:ea typeface=""/>
        <a:cs typeface=""/>
        <a:font script="Jpan" typeface="ＭＳ Ｐゴシック"/>
        <a:font script="Hang" typeface="맑은 고딕"/>
        <a:font script="Hans" typeface="宋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osite">
      <a:fillStyleLst>
        <a:solidFill>
          <a:schemeClr val="phClr"/>
        </a:solidFill>
        <a:gradFill rotWithShape="1">
          <a:gsLst>
            <a:gs pos="0">
              <a:schemeClr val="phClr">
                <a:tint val="50000"/>
                <a:shade val="95000"/>
                <a:satMod val="300000"/>
              </a:schemeClr>
            </a:gs>
            <a:gs pos="12000">
              <a:schemeClr val="phClr">
                <a:tint val="50000"/>
                <a:shade val="90000"/>
                <a:satMod val="250000"/>
              </a:schemeClr>
            </a:gs>
            <a:gs pos="100000">
              <a:schemeClr val="phClr">
                <a:tint val="85000"/>
                <a:shade val="75000"/>
                <a:satMod val="150000"/>
              </a:schemeClr>
            </a:gs>
          </a:gsLst>
          <a:lin ang="16200000" scaled="1"/>
        </a:gradFill>
        <a:gradFill rotWithShape="1">
          <a:gsLst>
            <a:gs pos="0">
              <a:schemeClr val="phClr">
                <a:tint val="75000"/>
                <a:shade val="95000"/>
                <a:satMod val="175000"/>
              </a:schemeClr>
            </a:gs>
            <a:gs pos="12000">
              <a:schemeClr val="phClr">
                <a:tint val="90000"/>
                <a:shade val="90000"/>
                <a:satMod val="150000"/>
              </a:schemeClr>
            </a:gs>
            <a:gs pos="100000">
              <a:schemeClr val="phClr">
                <a:tint val="100000"/>
                <a:shade val="75000"/>
                <a:satMod val="150000"/>
              </a:schemeClr>
            </a:gs>
          </a:gsLst>
          <a:lin ang="16200000" scaled="1"/>
        </a:gradFill>
      </a:fillStyleLst>
      <a:lnStyleLst>
        <a:ln w="9525" cap="flat" cmpd="sng" algn="ctr">
          <a:solidFill>
            <a:schemeClr val="phClr">
              <a:shade val="95000"/>
              <a:satMod val="105000"/>
            </a:scheme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scene3d>
            <a:camera prst="orthographicFront">
              <a:rot lat="0" lon="0" rev="0"/>
            </a:camera>
            <a:lightRig rig="freezing" dir="t">
              <a:rot lat="0" lon="0" rev="6000000"/>
            </a:lightRig>
          </a:scene3d>
          <a:sp3d contourW="12700" prstMaterial="dkEdge">
            <a:bevelT w="44450" h="25400"/>
            <a:contourClr>
              <a:schemeClr val="phClr">
                <a:shade val="30000"/>
              </a:schemeClr>
            </a:contourClr>
          </a:sp3d>
        </a:effectStyle>
      </a:effectStyleLst>
      <a:bgFillStyleLst>
        <a:solidFill>
          <a:schemeClr val="phClr"/>
        </a:solidFill>
        <a:gradFill rotWithShape="1">
          <a:gsLst>
            <a:gs pos="0">
              <a:schemeClr val="phClr">
                <a:tint val="100000"/>
                <a:shade val="80000"/>
                <a:satMod val="110000"/>
                <a:lumMod val="80000"/>
              </a:schemeClr>
            </a:gs>
            <a:gs pos="79000">
              <a:schemeClr val="phClr">
                <a:tint val="100000"/>
                <a:shade val="90000"/>
                <a:satMod val="105000"/>
                <a:lumMod val="100000"/>
              </a:schemeClr>
            </a:gs>
            <a:gs pos="100000">
              <a:schemeClr val="phClr">
                <a:tint val="95000"/>
                <a:shade val="100000"/>
                <a:satMod val="110000"/>
                <a:lumMod val="115000"/>
              </a:schemeClr>
            </a:gs>
          </a:gsLst>
          <a:lin ang="5400000" scaled="0"/>
        </a:gradFill>
        <a:gradFill rotWithShape="1">
          <a:gsLst>
            <a:gs pos="0">
              <a:schemeClr val="phClr">
                <a:tint val="90000"/>
                <a:shade val="100000"/>
                <a:satMod val="100000"/>
                <a:lumMod val="110000"/>
              </a:schemeClr>
            </a:gs>
            <a:gs pos="83000">
              <a:schemeClr val="phClr">
                <a:shade val="75000"/>
                <a:satMod val="200000"/>
              </a:schemeClr>
            </a:gs>
            <a:gs pos="100000">
              <a:schemeClr val="phClr">
                <a:shade val="90000"/>
                <a:satMod val="200000"/>
              </a:schemeClr>
            </a:gs>
          </a:gsLst>
          <a:path path="circle">
            <a:fillToRect l="75000" t="100000" b="3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1455</TotalTime>
  <Words>1555</Words>
  <Application>Microsoft Office PowerPoint</Application>
  <PresentationFormat>On-screen Show (4:3)</PresentationFormat>
  <Paragraphs>319</Paragraphs>
  <Slides>36</Slides>
  <Notes>34</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2</vt:i4>
      </vt:variant>
      <vt:variant>
        <vt:lpstr>Slide Titles</vt:lpstr>
      </vt:variant>
      <vt:variant>
        <vt:i4>36</vt:i4>
      </vt:variant>
    </vt:vector>
  </HeadingPairs>
  <TitlesOfParts>
    <vt:vector size="45" baseType="lpstr">
      <vt:lpstr>ＭＳ Ｐゴシック</vt:lpstr>
      <vt:lpstr>Arial</vt:lpstr>
      <vt:lpstr>Calibri</vt:lpstr>
      <vt:lpstr>Times New Roman</vt:lpstr>
      <vt:lpstr>Wingdings</vt:lpstr>
      <vt:lpstr>Composite</vt:lpstr>
      <vt:lpstr>1_Composite</vt:lpstr>
      <vt:lpstr>Visio</vt:lpstr>
      <vt:lpstr>VISIO</vt:lpstr>
      <vt:lpstr>Process models – conveying transparency</vt:lpstr>
      <vt:lpstr>Key ingredients of a process model</vt:lpstr>
      <vt:lpstr>Further potential elements in a process</vt:lpstr>
      <vt:lpstr>Example: Student Enrollment</vt:lpstr>
      <vt:lpstr>What’s the right model?</vt:lpstr>
      <vt:lpstr>How novices model</vt:lpstr>
      <vt:lpstr>Some other ways of modelling...</vt:lpstr>
      <vt:lpstr>Some other ways of modelling...</vt:lpstr>
      <vt:lpstr>Some other ways of modelling...</vt:lpstr>
      <vt:lpstr>Some other ways of modelling...</vt:lpstr>
      <vt:lpstr>Some other ways of modelling...</vt:lpstr>
      <vt:lpstr>Issues?</vt:lpstr>
      <vt:lpstr>What is a model?</vt:lpstr>
      <vt:lpstr>What’s a model? A little bit on modelling theory</vt:lpstr>
      <vt:lpstr>PowerPoint Presentation</vt:lpstr>
      <vt:lpstr>What’s the relevant model?</vt:lpstr>
      <vt:lpstr>Model Definition</vt:lpstr>
      <vt:lpstr>Our phenomenon of interest: Business Process</vt:lpstr>
      <vt:lpstr>Purposes of process modeling</vt:lpstr>
      <vt:lpstr>Purposes of Process Modeling</vt:lpstr>
      <vt:lpstr>Different stakeholders have different interests…</vt:lpstr>
      <vt:lpstr>The result: two sides of the story</vt:lpstr>
      <vt:lpstr>How to model:  the BPMN language</vt:lpstr>
      <vt:lpstr>Business Process Model and Notation (BPMN)</vt:lpstr>
      <vt:lpstr>Objective of the BPMN initiative</vt:lpstr>
      <vt:lpstr>BPMN from 10,000 miles… </vt:lpstr>
      <vt:lpstr>Let’s start modeling</vt:lpstr>
      <vt:lpstr>Solution in BPMN</vt:lpstr>
      <vt:lpstr>One more example</vt:lpstr>
      <vt:lpstr>Solution in BPMN</vt:lpstr>
      <vt:lpstr>BPMN core elements</vt:lpstr>
      <vt:lpstr>BPMN core elements</vt:lpstr>
      <vt:lpstr>Process model vs process instances –  The tokens game</vt:lpstr>
      <vt:lpstr>A little bit more on events…</vt:lpstr>
      <vt:lpstr>BPMN Poster</vt:lpstr>
      <vt:lpstr>Readings for Week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Investment in BPM Projects</dc:title>
  <dc:creator>Marcello La Rosa</dc:creator>
  <cp:lastModifiedBy>Administrator</cp:lastModifiedBy>
  <cp:revision>112</cp:revision>
  <dcterms:created xsi:type="dcterms:W3CDTF">2014-07-15T23:34:55Z</dcterms:created>
  <dcterms:modified xsi:type="dcterms:W3CDTF">2024-10-15T05:35:21Z</dcterms:modified>
</cp:coreProperties>
</file>